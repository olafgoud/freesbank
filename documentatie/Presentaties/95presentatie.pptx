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8" r:id="rId2"/>
    <p:sldId id="277" r:id="rId3"/>
    <p:sldId id="257" r:id="rId4"/>
    <p:sldId id="276" r:id="rId5"/>
    <p:sldId id="259" r:id="rId6"/>
    <p:sldId id="260" r:id="rId7"/>
    <p:sldId id="261" r:id="rId8"/>
    <p:sldId id="262" r:id="rId9"/>
    <p:sldId id="265" r:id="rId10"/>
    <p:sldId id="266" r:id="rId11"/>
    <p:sldId id="267" r:id="rId12"/>
    <p:sldId id="272" r:id="rId13"/>
    <p:sldId id="273" r:id="rId14"/>
    <p:sldId id="269" r:id="rId1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79661" autoAdjust="0"/>
  </p:normalViewPr>
  <p:slideViewPr>
    <p:cSldViewPr snapToGrid="0">
      <p:cViewPr>
        <p:scale>
          <a:sx n="66" d="100"/>
          <a:sy n="66" d="100"/>
        </p:scale>
        <p:origin x="2490" y="5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C4443E-BF3F-495E-B38D-D5D067D97080}" type="datetimeFigureOut">
              <a:rPr lang="nl-NL" smtClean="0"/>
              <a:t>25-1-2026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56FD9-521A-4E48-B277-6DB742BC5019}" type="slidenum">
              <a:rPr lang="nl-NL" smtClean="0"/>
              <a:t>‹nr.›</a:t>
            </a:fld>
            <a:endParaRPr lang="nl-NL"/>
          </a:p>
        </p:txBody>
      </p:sp>
    </p:spTree>
    <p:extLst>
      <p:ext uri="{BB962C8B-B14F-4D97-AF65-F5344CB8AC3E}">
        <p14:creationId xmlns:p14="http://schemas.microsoft.com/office/powerpoint/2010/main" val="781204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4D419-A075-B70D-04B7-2A3B0951D0E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FF72C94-04F0-9CB5-F7E7-6C1DF4034A8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EDEB4F4-AB9E-3763-3707-84C9C60FD23B}"/>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146AC262-2648-1107-8496-2C690C557059}"/>
              </a:ext>
            </a:extLst>
          </p:cNvPr>
          <p:cNvSpPr>
            <a:spLocks noGrp="1"/>
          </p:cNvSpPr>
          <p:nvPr>
            <p:ph type="sldNum" sz="quarter" idx="5"/>
          </p:nvPr>
        </p:nvSpPr>
        <p:spPr/>
        <p:txBody>
          <a:bodyPr/>
          <a:lstStyle/>
          <a:p>
            <a:fld id="{7F456FD9-521A-4E48-B277-6DB742BC5019}" type="slidenum">
              <a:rPr lang="nl-NL" smtClean="0"/>
              <a:t>1</a:t>
            </a:fld>
            <a:endParaRPr lang="nl-NL"/>
          </a:p>
        </p:txBody>
      </p:sp>
    </p:spTree>
    <p:extLst>
      <p:ext uri="{BB962C8B-B14F-4D97-AF65-F5344CB8AC3E}">
        <p14:creationId xmlns:p14="http://schemas.microsoft.com/office/powerpoint/2010/main" val="2796485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1B25-B18A-0AED-7D39-6E54342EA4A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4EACE2E-1310-745D-5B53-F9151BD8A3D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A00C334-3E81-8774-8521-A1DC756A798C}"/>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B838E3F3-710F-D0DD-4D18-3AA14844658E}"/>
              </a:ext>
            </a:extLst>
          </p:cNvPr>
          <p:cNvSpPr>
            <a:spLocks noGrp="1"/>
          </p:cNvSpPr>
          <p:nvPr>
            <p:ph type="sldNum" sz="quarter" idx="5"/>
          </p:nvPr>
        </p:nvSpPr>
        <p:spPr/>
        <p:txBody>
          <a:bodyPr/>
          <a:lstStyle/>
          <a:p>
            <a:fld id="{7F456FD9-521A-4E48-B277-6DB742BC5019}" type="slidenum">
              <a:rPr lang="nl-NL" smtClean="0"/>
              <a:t>2</a:t>
            </a:fld>
            <a:endParaRPr lang="nl-NL"/>
          </a:p>
        </p:txBody>
      </p:sp>
    </p:spTree>
    <p:extLst>
      <p:ext uri="{BB962C8B-B14F-4D97-AF65-F5344CB8AC3E}">
        <p14:creationId xmlns:p14="http://schemas.microsoft.com/office/powerpoint/2010/main" val="258017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7B5F-CC9E-A284-4A7A-0ABF0000A2C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520BE1A-8C1C-9B56-A369-9CC4169107A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46CD6F2-F705-053E-E648-FCEF8BA53674}"/>
              </a:ext>
            </a:extLst>
          </p:cNvPr>
          <p:cNvSpPr>
            <a:spLocks noGrp="1"/>
          </p:cNvSpPr>
          <p:nvPr>
            <p:ph type="body" idx="1"/>
          </p:nvPr>
        </p:nvSpPr>
        <p:spPr/>
        <p:txBody>
          <a:bodyPr/>
          <a:lstStyle/>
          <a:p>
            <a:r>
              <a:rPr lang="nl-NL" dirty="0"/>
              <a:t>Sens2sea is klein leer bedrijf bevind zich in het gebouw van de RDM op de Heijplaat. Het bedrijf ontwikkeld radar technologie. Radars zijn apparaten die radiogolven uitzenden en dan terug ontvangen waardoor locatie, snelheid en richting bepaald kan worden van objecten. Het voordeel hierbij is dat radar deze objecten kan detecteren bij slechte weersomstandigheden en zichtbaarheid. Voor het verbeteren van een signaal gebruik je antennes. Deze zorgen voor bundeling van de golven waardoor er een beter beeld ontstaat.</a:t>
            </a:r>
          </a:p>
          <a:p>
            <a:r>
              <a:rPr lang="nl-NL" dirty="0"/>
              <a:t>Sens2sea is sinds kort bezig met </a:t>
            </a:r>
            <a:r>
              <a:rPr lang="nl-NL" dirty="0" err="1"/>
              <a:t>fmcw</a:t>
            </a:r>
            <a:r>
              <a:rPr lang="nl-NL" dirty="0"/>
              <a:t> (frequentie </a:t>
            </a:r>
            <a:r>
              <a:rPr lang="nl-NL" dirty="0" err="1"/>
              <a:t>modulated</a:t>
            </a:r>
            <a:r>
              <a:rPr lang="nl-NL" dirty="0"/>
              <a:t> constant wave) radar. Dit is een manier van radar gebruiken waardoor er grotere nauwkeurigheid verkregen kan worden in draaibeweging van de radar. Hiervoor zijn parabool antennes nodig in eigen maten. Deze antennes worden in fabrieken met een mal op standaard maten gemaakt, waardoor de prijs omlaag gaat. Sens2sea heeft deze antennes in eigen maten nodig waardoor er een nieuwe mal gemaakt zou moeten worden, en dit is duur. </a:t>
            </a:r>
            <a:endParaRPr lang="en-NL" dirty="0"/>
          </a:p>
          <a:p>
            <a:endParaRPr lang="en-NL" dirty="0"/>
          </a:p>
          <a:p>
            <a:endParaRPr lang="nl-NL" dirty="0"/>
          </a:p>
        </p:txBody>
      </p:sp>
      <p:sp>
        <p:nvSpPr>
          <p:cNvPr id="4" name="Tijdelijke aanduiding voor dianummer 3">
            <a:extLst>
              <a:ext uri="{FF2B5EF4-FFF2-40B4-BE49-F238E27FC236}">
                <a16:creationId xmlns:a16="http://schemas.microsoft.com/office/drawing/2014/main" id="{D1F0C909-25ED-BA49-ED9C-BA29BBECC777}"/>
              </a:ext>
            </a:extLst>
          </p:cNvPr>
          <p:cNvSpPr>
            <a:spLocks noGrp="1"/>
          </p:cNvSpPr>
          <p:nvPr>
            <p:ph type="sldNum" sz="quarter" idx="5"/>
          </p:nvPr>
        </p:nvSpPr>
        <p:spPr/>
        <p:txBody>
          <a:bodyPr/>
          <a:lstStyle/>
          <a:p>
            <a:fld id="{7F456FD9-521A-4E48-B277-6DB742BC5019}" type="slidenum">
              <a:rPr lang="nl-NL" smtClean="0"/>
              <a:t>4</a:t>
            </a:fld>
            <a:endParaRPr lang="nl-NL"/>
          </a:p>
        </p:txBody>
      </p:sp>
    </p:spTree>
    <p:extLst>
      <p:ext uri="{BB962C8B-B14F-4D97-AF65-F5344CB8AC3E}">
        <p14:creationId xmlns:p14="http://schemas.microsoft.com/office/powerpoint/2010/main" val="1120562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Hierom wilt sens2sea zelf de antennes fabriceren doormiddel van 3d printen</a:t>
            </a:r>
            <a:r>
              <a:rPr lang="en-NL" dirty="0"/>
              <a:t> </a:t>
            </a:r>
            <a:r>
              <a:rPr lang="en-NL" dirty="0" err="1"/>
              <a:t>en</a:t>
            </a:r>
            <a:r>
              <a:rPr lang="en-NL" dirty="0"/>
              <a:t> </a:t>
            </a:r>
            <a:r>
              <a:rPr lang="en-NL" dirty="0" err="1"/>
              <a:t>snijden</a:t>
            </a:r>
            <a:r>
              <a:rPr lang="nl-NL" dirty="0"/>
              <a:t>. er zijn al testen mee gedaan door de radar op te splitsen in kleine onderdelen. Dit werkt, alleen kan de vorm anders worden tijdens het hechten van de onderdelen. Dus wilt Sens2sea de antenne in 1 keer fabriceren. </a:t>
            </a:r>
            <a:endParaRPr lang="en-NL" dirty="0"/>
          </a:p>
          <a:p>
            <a:endParaRPr lang="en-NL" dirty="0"/>
          </a:p>
          <a:p>
            <a:r>
              <a:rPr lang="en-NL" dirty="0"/>
              <a:t>Om </a:t>
            </a:r>
            <a:r>
              <a:rPr lang="en-NL" dirty="0" err="1"/>
              <a:t>dit</a:t>
            </a:r>
            <a:r>
              <a:rPr lang="en-NL" dirty="0"/>
              <a:t> </a:t>
            </a:r>
            <a:r>
              <a:rPr lang="en-NL" dirty="0" err="1"/>
              <a:t>te</a:t>
            </a:r>
            <a:r>
              <a:rPr lang="en-NL" dirty="0"/>
              <a:t> </a:t>
            </a:r>
            <a:r>
              <a:rPr lang="en-NL" dirty="0" err="1"/>
              <a:t>maken</a:t>
            </a:r>
            <a:r>
              <a:rPr lang="en-NL" dirty="0"/>
              <a:t> </a:t>
            </a:r>
            <a:r>
              <a:rPr lang="en-NL" dirty="0" err="1"/>
              <a:t>zijn</a:t>
            </a:r>
            <a:r>
              <a:rPr lang="en-NL" dirty="0"/>
              <a:t> er opensource </a:t>
            </a:r>
            <a:r>
              <a:rPr lang="en-NL" dirty="0" err="1"/>
              <a:t>oplossingen</a:t>
            </a:r>
            <a:r>
              <a:rPr lang="en-NL" dirty="0"/>
              <a:t> </a:t>
            </a:r>
            <a:r>
              <a:rPr lang="en-NL" dirty="0" err="1"/>
              <a:t>zoals</a:t>
            </a:r>
            <a:r>
              <a:rPr lang="en-NL" dirty="0"/>
              <a:t> GRBL.</a:t>
            </a:r>
            <a:r>
              <a:rPr lang="nl-NL" dirty="0"/>
              <a:t> </a:t>
            </a:r>
            <a:r>
              <a:rPr lang="en-NL" dirty="0" err="1"/>
              <a:t>Helaas</a:t>
            </a:r>
            <a:r>
              <a:rPr lang="en-NL" dirty="0"/>
              <a:t> </a:t>
            </a:r>
            <a:r>
              <a:rPr lang="en-NL" dirty="0" err="1"/>
              <a:t>zijn</a:t>
            </a:r>
            <a:r>
              <a:rPr lang="en-NL" dirty="0"/>
              <a:t> </a:t>
            </a:r>
            <a:r>
              <a:rPr lang="en-NL" dirty="0" err="1"/>
              <a:t>deze</a:t>
            </a:r>
            <a:r>
              <a:rPr lang="en-NL" dirty="0"/>
              <a:t> </a:t>
            </a:r>
            <a:r>
              <a:rPr lang="en-NL" dirty="0" err="1"/>
              <a:t>freesmachines</a:t>
            </a:r>
            <a:r>
              <a:rPr lang="en-NL" dirty="0"/>
              <a:t> </a:t>
            </a:r>
            <a:r>
              <a:rPr lang="en-NL" dirty="0" err="1"/>
              <a:t>niet</a:t>
            </a:r>
            <a:r>
              <a:rPr lang="en-NL" dirty="0"/>
              <a:t> </a:t>
            </a:r>
            <a:r>
              <a:rPr lang="en-NL" dirty="0" err="1"/>
              <a:t>aan</a:t>
            </a:r>
            <a:r>
              <a:rPr lang="en-NL" dirty="0"/>
              <a:t> </a:t>
            </a:r>
            <a:r>
              <a:rPr lang="en-NL" dirty="0" err="1"/>
              <a:t>te</a:t>
            </a:r>
            <a:r>
              <a:rPr lang="en-NL" dirty="0"/>
              <a:t> </a:t>
            </a:r>
            <a:r>
              <a:rPr lang="en-NL" dirty="0" err="1"/>
              <a:t>passen</a:t>
            </a:r>
            <a:r>
              <a:rPr lang="en-NL" dirty="0"/>
              <a:t> </a:t>
            </a:r>
            <a:r>
              <a:rPr lang="en-NL" dirty="0" err="1"/>
              <a:t>naar</a:t>
            </a:r>
            <a:r>
              <a:rPr lang="en-NL" dirty="0"/>
              <a:t> de </a:t>
            </a:r>
            <a:r>
              <a:rPr lang="en-NL" dirty="0" err="1"/>
              <a:t>wensen</a:t>
            </a:r>
            <a:r>
              <a:rPr lang="en-NL" dirty="0"/>
              <a:t> van het </a:t>
            </a:r>
            <a:r>
              <a:rPr lang="en-NL" dirty="0" err="1"/>
              <a:t>bedrijf</a:t>
            </a:r>
            <a:r>
              <a:rPr lang="en-NL" dirty="0"/>
              <a:t>. </a:t>
            </a:r>
            <a:r>
              <a:rPr lang="en-NL" dirty="0" err="1"/>
              <a:t>Hiervan</a:t>
            </a:r>
            <a:r>
              <a:rPr lang="en-NL" dirty="0"/>
              <a:t> is nu de </a:t>
            </a:r>
            <a:r>
              <a:rPr lang="en-NL" dirty="0" err="1"/>
              <a:t>belangrijkste</a:t>
            </a:r>
            <a:r>
              <a:rPr lang="en-NL" dirty="0"/>
              <a:t> </a:t>
            </a:r>
            <a:r>
              <a:rPr lang="en-NL" dirty="0" err="1"/>
              <a:t>dat</a:t>
            </a:r>
            <a:r>
              <a:rPr lang="en-NL" dirty="0"/>
              <a:t> de </a:t>
            </a:r>
            <a:r>
              <a:rPr lang="en-NL" dirty="0" err="1"/>
              <a:t>locatie</a:t>
            </a:r>
            <a:r>
              <a:rPr lang="en-NL" dirty="0"/>
              <a:t> </a:t>
            </a:r>
            <a:r>
              <a:rPr lang="en-NL" dirty="0" err="1"/>
              <a:t>bepaling</a:t>
            </a:r>
            <a:r>
              <a:rPr lang="en-NL" dirty="0"/>
              <a:t> </a:t>
            </a:r>
            <a:r>
              <a:rPr lang="en-NL" dirty="0" err="1"/>
              <a:t>en</a:t>
            </a:r>
            <a:r>
              <a:rPr lang="en-NL" dirty="0"/>
              <a:t> </a:t>
            </a:r>
            <a:r>
              <a:rPr lang="en-NL" dirty="0" err="1"/>
              <a:t>aansturing</a:t>
            </a:r>
            <a:r>
              <a:rPr lang="en-NL" dirty="0"/>
              <a:t> </a:t>
            </a:r>
            <a:r>
              <a:rPr lang="en-NL" dirty="0" err="1"/>
              <a:t>gescheiden</a:t>
            </a:r>
            <a:r>
              <a:rPr lang="en-NL" dirty="0"/>
              <a:t> </a:t>
            </a:r>
            <a:r>
              <a:rPr lang="en-NL" dirty="0" err="1"/>
              <a:t>moet</a:t>
            </a:r>
            <a:r>
              <a:rPr lang="en-NL" dirty="0"/>
              <a:t> </a:t>
            </a:r>
            <a:r>
              <a:rPr lang="en-NL" dirty="0" err="1"/>
              <a:t>worden</a:t>
            </a:r>
            <a:r>
              <a:rPr lang="nl-NL" dirty="0"/>
              <a:t>.</a:t>
            </a:r>
            <a:r>
              <a:rPr lang="en-NL" dirty="0"/>
              <a:t> Verder </a:t>
            </a:r>
            <a:r>
              <a:rPr lang="en-NL" dirty="0" err="1"/>
              <a:t>zijn</a:t>
            </a:r>
            <a:r>
              <a:rPr lang="en-NL" dirty="0"/>
              <a:t> er later </a:t>
            </a:r>
            <a:r>
              <a:rPr lang="en-NL" dirty="0" err="1"/>
              <a:t>wensen</a:t>
            </a:r>
            <a:r>
              <a:rPr lang="en-NL" dirty="0"/>
              <a:t> om de machine </a:t>
            </a:r>
            <a:r>
              <a:rPr lang="en-NL" dirty="0" err="1"/>
              <a:t>te</a:t>
            </a:r>
            <a:r>
              <a:rPr lang="en-NL" dirty="0"/>
              <a:t> laten </a:t>
            </a:r>
            <a:r>
              <a:rPr lang="en-NL" dirty="0" err="1"/>
              <a:t>printen</a:t>
            </a:r>
            <a:r>
              <a:rPr lang="en-NL" dirty="0"/>
              <a:t> </a:t>
            </a:r>
            <a:r>
              <a:rPr lang="en-NL" dirty="0" err="1"/>
              <a:t>en</a:t>
            </a:r>
            <a:r>
              <a:rPr lang="en-NL" dirty="0"/>
              <a:t> </a:t>
            </a:r>
            <a:r>
              <a:rPr lang="en-NL" dirty="0" err="1"/>
              <a:t>freesen</a:t>
            </a:r>
            <a:r>
              <a:rPr lang="en-NL" dirty="0"/>
              <a:t>, 5 assig </a:t>
            </a:r>
            <a:r>
              <a:rPr lang="en-NL" dirty="0" err="1"/>
              <a:t>te</a:t>
            </a:r>
            <a:r>
              <a:rPr lang="en-NL" dirty="0"/>
              <a:t> </a:t>
            </a:r>
            <a:r>
              <a:rPr lang="en-NL" dirty="0" err="1"/>
              <a:t>maken</a:t>
            </a:r>
            <a:r>
              <a:rPr lang="en-NL" dirty="0"/>
              <a:t> </a:t>
            </a:r>
            <a:r>
              <a:rPr lang="en-NL" dirty="0" err="1"/>
              <a:t>en</a:t>
            </a:r>
            <a:r>
              <a:rPr lang="en-NL" dirty="0"/>
              <a:t> </a:t>
            </a:r>
            <a:r>
              <a:rPr lang="en-NL" dirty="0" err="1"/>
              <a:t>sensoren</a:t>
            </a:r>
            <a:r>
              <a:rPr lang="en-NL" dirty="0"/>
              <a:t> </a:t>
            </a:r>
            <a:r>
              <a:rPr lang="en-NL" dirty="0" err="1"/>
              <a:t>kunnen</a:t>
            </a:r>
            <a:r>
              <a:rPr lang="en-NL" dirty="0"/>
              <a:t> </a:t>
            </a:r>
            <a:r>
              <a:rPr lang="en-NL" dirty="0" err="1"/>
              <a:t>verwisselen</a:t>
            </a:r>
            <a:r>
              <a:rPr lang="nl-NL" dirty="0"/>
              <a:t>.</a:t>
            </a:r>
            <a:r>
              <a:rPr lang="en-NL" dirty="0"/>
              <a:t> </a:t>
            </a:r>
            <a:r>
              <a:rPr lang="en-NL" dirty="0" err="1"/>
              <a:t>Hierdoor</a:t>
            </a:r>
            <a:r>
              <a:rPr lang="en-NL" dirty="0"/>
              <a:t> is het </a:t>
            </a:r>
            <a:r>
              <a:rPr lang="en-NL" dirty="0" err="1"/>
              <a:t>belangrijk</a:t>
            </a:r>
            <a:r>
              <a:rPr lang="en-NL" dirty="0"/>
              <a:t> </a:t>
            </a:r>
            <a:r>
              <a:rPr lang="en-NL" dirty="0" err="1"/>
              <a:t>dat</a:t>
            </a:r>
            <a:r>
              <a:rPr lang="en-NL" dirty="0"/>
              <a:t> de </a:t>
            </a:r>
            <a:r>
              <a:rPr lang="en-NL" dirty="0" err="1"/>
              <a:t>oplossing</a:t>
            </a:r>
            <a:r>
              <a:rPr lang="en-NL" dirty="0"/>
              <a:t> </a:t>
            </a:r>
            <a:r>
              <a:rPr lang="en-NL" dirty="0" err="1"/>
              <a:t>modulair</a:t>
            </a:r>
            <a:r>
              <a:rPr lang="en-NL" dirty="0"/>
              <a:t> </a:t>
            </a:r>
            <a:r>
              <a:rPr lang="en-NL" dirty="0" err="1"/>
              <a:t>wordt</a:t>
            </a:r>
            <a:r>
              <a:rPr lang="en-NL" dirty="0"/>
              <a:t> </a:t>
            </a:r>
            <a:r>
              <a:rPr lang="en-NL" dirty="0" err="1"/>
              <a:t>en</a:t>
            </a:r>
            <a:r>
              <a:rPr lang="en-NL" dirty="0"/>
              <a:t> </a:t>
            </a:r>
            <a:r>
              <a:rPr lang="en-NL" dirty="0" err="1"/>
              <a:t>zijn</a:t>
            </a:r>
            <a:r>
              <a:rPr lang="en-NL" dirty="0"/>
              <a:t> de opensource </a:t>
            </a:r>
            <a:r>
              <a:rPr lang="en-NL" dirty="0" err="1"/>
              <a:t>oplossingen</a:t>
            </a:r>
            <a:r>
              <a:rPr lang="en-NL" dirty="0"/>
              <a:t> </a:t>
            </a:r>
            <a:r>
              <a:rPr lang="en-NL" dirty="0" err="1"/>
              <a:t>niet</a:t>
            </a:r>
            <a:r>
              <a:rPr lang="en-NL" dirty="0"/>
              <a:t> </a:t>
            </a:r>
            <a:r>
              <a:rPr lang="en-NL" dirty="0" err="1"/>
              <a:t>genoeg</a:t>
            </a:r>
            <a:r>
              <a:rPr lang="en-NL" dirty="0"/>
              <a:t>.</a:t>
            </a:r>
          </a:p>
          <a:p>
            <a:endParaRPr lang="en-NL" dirty="0"/>
          </a:p>
        </p:txBody>
      </p:sp>
      <p:sp>
        <p:nvSpPr>
          <p:cNvPr id="4" name="Tijdelijke aanduiding voor dianummer 3"/>
          <p:cNvSpPr>
            <a:spLocks noGrp="1"/>
          </p:cNvSpPr>
          <p:nvPr>
            <p:ph type="sldNum" sz="quarter" idx="5"/>
          </p:nvPr>
        </p:nvSpPr>
        <p:spPr/>
        <p:txBody>
          <a:bodyPr/>
          <a:lstStyle/>
          <a:p>
            <a:fld id="{7F456FD9-521A-4E48-B277-6DB742BC5019}" type="slidenum">
              <a:rPr lang="nl-NL" smtClean="0"/>
              <a:t>5</a:t>
            </a:fld>
            <a:endParaRPr lang="nl-NL"/>
          </a:p>
        </p:txBody>
      </p:sp>
    </p:spTree>
    <p:extLst>
      <p:ext uri="{BB962C8B-B14F-4D97-AF65-F5344CB8AC3E}">
        <p14:creationId xmlns:p14="http://schemas.microsoft.com/office/powerpoint/2010/main" val="2467563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NL" dirty="0" err="1"/>
              <a:t>Mijn</a:t>
            </a:r>
            <a:r>
              <a:rPr lang="en-NL" dirty="0"/>
              <a:t> </a:t>
            </a:r>
            <a:r>
              <a:rPr lang="en-NL" dirty="0" err="1"/>
              <a:t>opdracht</a:t>
            </a:r>
            <a:r>
              <a:rPr lang="en-NL" dirty="0"/>
              <a:t> is om de </a:t>
            </a:r>
            <a:r>
              <a:rPr lang="en-NL" dirty="0" err="1"/>
              <a:t>aansturing</a:t>
            </a:r>
            <a:r>
              <a:rPr lang="en-NL" dirty="0"/>
              <a:t> </a:t>
            </a:r>
            <a:r>
              <a:rPr lang="en-NL" dirty="0" err="1"/>
              <a:t>en</a:t>
            </a:r>
            <a:r>
              <a:rPr lang="en-NL" dirty="0"/>
              <a:t> de </a:t>
            </a:r>
            <a:r>
              <a:rPr lang="en-NL" dirty="0" err="1"/>
              <a:t>locatie</a:t>
            </a:r>
            <a:r>
              <a:rPr lang="en-NL" dirty="0"/>
              <a:t> </a:t>
            </a:r>
            <a:r>
              <a:rPr lang="en-NL" dirty="0" err="1"/>
              <a:t>bepaling</a:t>
            </a:r>
            <a:r>
              <a:rPr lang="en-NL" dirty="0"/>
              <a:t> </a:t>
            </a:r>
            <a:r>
              <a:rPr lang="en-NL" dirty="0" err="1"/>
              <a:t>te</a:t>
            </a:r>
            <a:r>
              <a:rPr lang="en-NL" dirty="0"/>
              <a:t> </a:t>
            </a:r>
            <a:r>
              <a:rPr lang="en-NL" dirty="0" err="1"/>
              <a:t>scheiden</a:t>
            </a:r>
            <a:r>
              <a:rPr lang="en-NL" dirty="0"/>
              <a:t>.</a:t>
            </a:r>
          </a:p>
          <a:p>
            <a:endParaRPr lang="en-NL" dirty="0"/>
          </a:p>
          <a:p>
            <a:r>
              <a:rPr lang="nl-NL" dirty="0"/>
              <a:t>H</a:t>
            </a:r>
            <a:r>
              <a:rPr lang="en-NL" dirty="0" err="1"/>
              <a:t>ier</a:t>
            </a:r>
            <a:r>
              <a:rPr lang="en-NL" dirty="0"/>
              <a:t> is </a:t>
            </a:r>
            <a:r>
              <a:rPr lang="en-NL" dirty="0" err="1"/>
              <a:t>een</a:t>
            </a:r>
            <a:r>
              <a:rPr lang="en-NL" dirty="0"/>
              <a:t> </a:t>
            </a:r>
            <a:r>
              <a:rPr lang="en-NL" dirty="0" err="1"/>
              <a:t>plaatje</a:t>
            </a:r>
            <a:r>
              <a:rPr lang="en-NL" dirty="0"/>
              <a:t> met de </a:t>
            </a:r>
            <a:r>
              <a:rPr lang="en-NL" dirty="0" err="1"/>
              <a:t>oude</a:t>
            </a:r>
            <a:r>
              <a:rPr lang="en-NL" dirty="0"/>
              <a:t> </a:t>
            </a:r>
            <a:r>
              <a:rPr lang="en-NL" dirty="0" err="1"/>
              <a:t>en</a:t>
            </a:r>
            <a:r>
              <a:rPr lang="en-NL" dirty="0"/>
              <a:t> </a:t>
            </a:r>
            <a:r>
              <a:rPr lang="en-NL" dirty="0" err="1"/>
              <a:t>nieuwe</a:t>
            </a:r>
            <a:r>
              <a:rPr lang="en-NL" dirty="0"/>
              <a:t> </a:t>
            </a:r>
            <a:r>
              <a:rPr lang="en-NL" dirty="0" err="1"/>
              <a:t>situatie</a:t>
            </a:r>
            <a:r>
              <a:rPr lang="en-NL" dirty="0"/>
              <a:t>.</a:t>
            </a:r>
          </a:p>
          <a:p>
            <a:r>
              <a:rPr lang="en-NL" dirty="0"/>
              <a:t>De </a:t>
            </a:r>
            <a:r>
              <a:rPr lang="en-NL" dirty="0" err="1"/>
              <a:t>oude</a:t>
            </a:r>
            <a:r>
              <a:rPr lang="en-NL" dirty="0"/>
              <a:t> </a:t>
            </a:r>
            <a:r>
              <a:rPr lang="en-NL" dirty="0" err="1"/>
              <a:t>situatie</a:t>
            </a:r>
            <a:r>
              <a:rPr lang="en-NL" dirty="0"/>
              <a:t> is </a:t>
            </a:r>
            <a:r>
              <a:rPr lang="en-NL" dirty="0" err="1"/>
              <a:t>gebaseerd</a:t>
            </a:r>
            <a:r>
              <a:rPr lang="en-NL" dirty="0"/>
              <a:t> op GRBL die </a:t>
            </a:r>
            <a:r>
              <a:rPr lang="en-NL" dirty="0" err="1"/>
              <a:t>alleen</a:t>
            </a:r>
            <a:r>
              <a:rPr lang="en-NL" dirty="0"/>
              <a:t> de </a:t>
            </a:r>
            <a:r>
              <a:rPr lang="en-NL" dirty="0" err="1"/>
              <a:t>actuatoren</a:t>
            </a:r>
            <a:r>
              <a:rPr lang="en-NL" dirty="0"/>
              <a:t> </a:t>
            </a:r>
            <a:r>
              <a:rPr lang="en-NL" dirty="0" err="1"/>
              <a:t>aansturen</a:t>
            </a:r>
            <a:r>
              <a:rPr lang="en-NL" dirty="0"/>
              <a:t>.</a:t>
            </a:r>
          </a:p>
          <a:p>
            <a:r>
              <a:rPr lang="en-NL" dirty="0"/>
              <a:t>Er is </a:t>
            </a:r>
            <a:r>
              <a:rPr lang="en-NL" dirty="0" err="1"/>
              <a:t>te</a:t>
            </a:r>
            <a:r>
              <a:rPr lang="en-NL" dirty="0"/>
              <a:t> </a:t>
            </a:r>
            <a:r>
              <a:rPr lang="en-NL" dirty="0" err="1"/>
              <a:t>zien</a:t>
            </a:r>
            <a:r>
              <a:rPr lang="en-NL" dirty="0"/>
              <a:t> </a:t>
            </a:r>
            <a:r>
              <a:rPr lang="en-NL" dirty="0" err="1"/>
              <a:t>dat</a:t>
            </a:r>
            <a:r>
              <a:rPr lang="en-NL" dirty="0"/>
              <a:t> er </a:t>
            </a:r>
            <a:r>
              <a:rPr lang="en-NL" dirty="0" err="1"/>
              <a:t>een</a:t>
            </a:r>
            <a:r>
              <a:rPr lang="en-NL" dirty="0"/>
              <a:t> circle </a:t>
            </a:r>
            <a:r>
              <a:rPr lang="en-NL" dirty="0" err="1"/>
              <a:t>ontstaat</a:t>
            </a:r>
            <a:r>
              <a:rPr lang="en-NL" dirty="0"/>
              <a:t> </a:t>
            </a:r>
            <a:r>
              <a:rPr lang="en-NL" dirty="0" err="1"/>
              <a:t>bij</a:t>
            </a:r>
            <a:r>
              <a:rPr lang="en-NL" dirty="0"/>
              <a:t> de </a:t>
            </a:r>
            <a:r>
              <a:rPr lang="en-NL" dirty="0" err="1"/>
              <a:t>nieuwe</a:t>
            </a:r>
            <a:r>
              <a:rPr lang="en-NL" dirty="0"/>
              <a:t> </a:t>
            </a:r>
            <a:r>
              <a:rPr lang="en-NL" dirty="0" err="1"/>
              <a:t>situatie</a:t>
            </a:r>
            <a:r>
              <a:rPr lang="en-NL" dirty="0"/>
              <a:t> </a:t>
            </a:r>
            <a:r>
              <a:rPr lang="en-NL" dirty="0" err="1"/>
              <a:t>en</a:t>
            </a:r>
            <a:r>
              <a:rPr lang="en-NL" dirty="0"/>
              <a:t> </a:t>
            </a:r>
            <a:r>
              <a:rPr lang="en-NL" dirty="0" err="1"/>
              <a:t>dat</a:t>
            </a:r>
            <a:r>
              <a:rPr lang="en-NL" dirty="0"/>
              <a:t> de </a:t>
            </a:r>
            <a:r>
              <a:rPr lang="en-NL" dirty="0" err="1"/>
              <a:t>beweging</a:t>
            </a:r>
            <a:r>
              <a:rPr lang="en-NL" dirty="0"/>
              <a:t> van de </a:t>
            </a:r>
            <a:r>
              <a:rPr lang="en-NL" dirty="0" err="1"/>
              <a:t>motoren</a:t>
            </a:r>
            <a:r>
              <a:rPr lang="en-NL" dirty="0"/>
              <a:t> </a:t>
            </a:r>
            <a:r>
              <a:rPr lang="en-NL" dirty="0" err="1"/>
              <a:t>i</a:t>
            </a:r>
            <a:r>
              <a:rPr lang="nl-NL" dirty="0"/>
              <a:t>m</a:t>
            </a:r>
            <a:r>
              <a:rPr lang="en-NL" dirty="0"/>
              <a:t>pact </a:t>
            </a:r>
            <a:r>
              <a:rPr lang="en-NL" dirty="0" err="1"/>
              <a:t>hebben</a:t>
            </a:r>
            <a:r>
              <a:rPr lang="en-NL" dirty="0"/>
              <a:t> op de </a:t>
            </a:r>
            <a:r>
              <a:rPr lang="en-NL" dirty="0" err="1"/>
              <a:t>bewegingen</a:t>
            </a:r>
            <a:r>
              <a:rPr lang="en-NL" dirty="0"/>
              <a:t> die </a:t>
            </a:r>
            <a:r>
              <a:rPr lang="en-NL" dirty="0" err="1"/>
              <a:t>verstuurd</a:t>
            </a:r>
            <a:r>
              <a:rPr lang="en-NL" dirty="0"/>
              <a:t> </a:t>
            </a:r>
            <a:r>
              <a:rPr lang="en-NL" dirty="0" err="1"/>
              <a:t>zullen</a:t>
            </a:r>
            <a:r>
              <a:rPr lang="en-NL" dirty="0"/>
              <a:t> </a:t>
            </a:r>
            <a:r>
              <a:rPr lang="en-NL" dirty="0" err="1"/>
              <a:t>worden</a:t>
            </a:r>
            <a:r>
              <a:rPr lang="en-NL" dirty="0"/>
              <a:t>.</a:t>
            </a:r>
          </a:p>
          <a:p>
            <a:endParaRPr lang="en-NL" dirty="0"/>
          </a:p>
          <a:p>
            <a:r>
              <a:rPr lang="en-NL" dirty="0"/>
              <a:t>Bij </a:t>
            </a:r>
            <a:r>
              <a:rPr lang="en-NL" dirty="0" err="1"/>
              <a:t>deze</a:t>
            </a:r>
            <a:r>
              <a:rPr lang="en-NL" dirty="0"/>
              <a:t> </a:t>
            </a:r>
            <a:r>
              <a:rPr lang="en-NL" dirty="0" err="1"/>
              <a:t>opdracht</a:t>
            </a:r>
            <a:r>
              <a:rPr lang="en-NL" dirty="0"/>
              <a:t> is </a:t>
            </a:r>
            <a:r>
              <a:rPr lang="en-NL" dirty="0" err="1"/>
              <a:t>belangrijk</a:t>
            </a:r>
            <a:r>
              <a:rPr lang="en-NL" dirty="0"/>
              <a:t> </a:t>
            </a:r>
            <a:r>
              <a:rPr lang="en-NL" dirty="0" err="1"/>
              <a:t>dat</a:t>
            </a:r>
            <a:r>
              <a:rPr lang="en-NL" dirty="0"/>
              <a:t>:</a:t>
            </a:r>
          </a:p>
          <a:p>
            <a:r>
              <a:rPr lang="en-NL" dirty="0"/>
              <a:t>de </a:t>
            </a:r>
            <a:r>
              <a:rPr lang="en-NL" dirty="0" err="1"/>
              <a:t>locatie</a:t>
            </a:r>
            <a:r>
              <a:rPr lang="en-NL" dirty="0"/>
              <a:t> van de </a:t>
            </a:r>
            <a:r>
              <a:rPr lang="en-NL" dirty="0" err="1"/>
              <a:t>snijkop</a:t>
            </a:r>
            <a:r>
              <a:rPr lang="en-NL" dirty="0"/>
              <a:t> </a:t>
            </a:r>
            <a:r>
              <a:rPr lang="en-NL" dirty="0" err="1"/>
              <a:t>bepaald</a:t>
            </a:r>
            <a:r>
              <a:rPr lang="en-NL" dirty="0"/>
              <a:t> </a:t>
            </a:r>
            <a:r>
              <a:rPr lang="en-NL" dirty="0" err="1"/>
              <a:t>kan</a:t>
            </a:r>
            <a:r>
              <a:rPr lang="en-NL" dirty="0"/>
              <a:t> </a:t>
            </a:r>
            <a:r>
              <a:rPr lang="en-NL" dirty="0" err="1"/>
              <a:t>worden</a:t>
            </a:r>
            <a:r>
              <a:rPr lang="en-NL" dirty="0"/>
              <a:t> door </a:t>
            </a:r>
            <a:r>
              <a:rPr lang="en-NL" dirty="0" err="1"/>
              <a:t>een</a:t>
            </a:r>
            <a:r>
              <a:rPr lang="en-NL" dirty="0"/>
              <a:t> sensor.</a:t>
            </a:r>
          </a:p>
          <a:p>
            <a:r>
              <a:rPr lang="en-NL" dirty="0"/>
              <a:t>De machine over 3 </a:t>
            </a:r>
            <a:r>
              <a:rPr lang="en-NL" dirty="0" err="1"/>
              <a:t>assen</a:t>
            </a:r>
            <a:r>
              <a:rPr lang="en-NL" dirty="0"/>
              <a:t> </a:t>
            </a:r>
            <a:r>
              <a:rPr lang="en-NL" dirty="0" err="1"/>
              <a:t>kan</a:t>
            </a:r>
            <a:r>
              <a:rPr lang="en-NL" dirty="0"/>
              <a:t> </a:t>
            </a:r>
            <a:r>
              <a:rPr lang="en-NL" dirty="0" err="1"/>
              <a:t>beweging</a:t>
            </a:r>
            <a:r>
              <a:rPr lang="en-NL" dirty="0"/>
              <a:t>.</a:t>
            </a:r>
          </a:p>
          <a:p>
            <a:r>
              <a:rPr lang="en-NL" dirty="0" err="1"/>
              <a:t>Gcode</a:t>
            </a:r>
            <a:r>
              <a:rPr lang="en-NL" dirty="0"/>
              <a:t> </a:t>
            </a:r>
            <a:r>
              <a:rPr lang="en-NL" dirty="0" err="1"/>
              <a:t>kan</a:t>
            </a:r>
            <a:r>
              <a:rPr lang="en-NL" dirty="0"/>
              <a:t> </a:t>
            </a:r>
            <a:r>
              <a:rPr lang="en-NL" dirty="0" err="1"/>
              <a:t>gebruiken</a:t>
            </a:r>
            <a:r>
              <a:rPr lang="en-NL" dirty="0"/>
              <a:t>.</a:t>
            </a:r>
          </a:p>
          <a:p>
            <a:r>
              <a:rPr lang="nl-NL" dirty="0"/>
              <a:t>M</a:t>
            </a:r>
            <a:r>
              <a:rPr lang="en-NL" dirty="0" err="1"/>
              <a:t>odulair</a:t>
            </a:r>
            <a:r>
              <a:rPr lang="en-NL" dirty="0"/>
              <a:t> is</a:t>
            </a:r>
          </a:p>
          <a:p>
            <a:endParaRPr lang="en-NL" dirty="0"/>
          </a:p>
        </p:txBody>
      </p:sp>
      <p:sp>
        <p:nvSpPr>
          <p:cNvPr id="4" name="Tijdelijke aanduiding voor dianummer 3"/>
          <p:cNvSpPr>
            <a:spLocks noGrp="1"/>
          </p:cNvSpPr>
          <p:nvPr>
            <p:ph type="sldNum" sz="quarter" idx="5"/>
          </p:nvPr>
        </p:nvSpPr>
        <p:spPr/>
        <p:txBody>
          <a:bodyPr/>
          <a:lstStyle/>
          <a:p>
            <a:fld id="{7F456FD9-521A-4E48-B277-6DB742BC5019}" type="slidenum">
              <a:rPr lang="nl-NL" smtClean="0"/>
              <a:t>6</a:t>
            </a:fld>
            <a:endParaRPr lang="nl-NL"/>
          </a:p>
        </p:txBody>
      </p:sp>
    </p:spTree>
    <p:extLst>
      <p:ext uri="{BB962C8B-B14F-4D97-AF65-F5344CB8AC3E}">
        <p14:creationId xmlns:p14="http://schemas.microsoft.com/office/powerpoint/2010/main" val="860948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Voor de software heb ik meerdere commando’s </a:t>
            </a:r>
            <a:r>
              <a:rPr lang="nl-NL" dirty="0" err="1"/>
              <a:t>geimplementeerd</a:t>
            </a:r>
            <a:r>
              <a:rPr lang="nl-NL" dirty="0"/>
              <a:t>. $?, G1, G0, G2, G3. Voor deze </a:t>
            </a:r>
          </a:p>
        </p:txBody>
      </p:sp>
      <p:sp>
        <p:nvSpPr>
          <p:cNvPr id="4" name="Tijdelijke aanduiding voor dianummer 3"/>
          <p:cNvSpPr>
            <a:spLocks noGrp="1"/>
          </p:cNvSpPr>
          <p:nvPr>
            <p:ph type="sldNum" sz="quarter" idx="5"/>
          </p:nvPr>
        </p:nvSpPr>
        <p:spPr/>
        <p:txBody>
          <a:bodyPr/>
          <a:lstStyle/>
          <a:p>
            <a:fld id="{7F456FD9-521A-4E48-B277-6DB742BC5019}" type="slidenum">
              <a:rPr lang="nl-NL" smtClean="0"/>
              <a:t>8</a:t>
            </a:fld>
            <a:endParaRPr lang="nl-NL"/>
          </a:p>
        </p:txBody>
      </p:sp>
    </p:spTree>
    <p:extLst>
      <p:ext uri="{BB962C8B-B14F-4D97-AF65-F5344CB8AC3E}">
        <p14:creationId xmlns:p14="http://schemas.microsoft.com/office/powerpoint/2010/main" val="558310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6A19-6416-3679-819B-781A210FCA4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ACC3DDF-F7AA-449E-4F3F-48F3C8E0DE3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483C7F9-773A-A38E-5EA1-08ABBD6BB172}"/>
              </a:ext>
            </a:extLst>
          </p:cNvPr>
          <p:cNvSpPr>
            <a:spLocks noGrp="1"/>
          </p:cNvSpPr>
          <p:nvPr>
            <p:ph type="body" idx="1"/>
          </p:nvPr>
        </p:nvSpPr>
        <p:spPr/>
        <p:txBody>
          <a:bodyPr/>
          <a:lstStyle/>
          <a:p>
            <a:r>
              <a:rPr lang="nl-NL" dirty="0"/>
              <a:t>Voor de software heb ik meerdere commando’s </a:t>
            </a:r>
            <a:r>
              <a:rPr lang="nl-NL" dirty="0" err="1"/>
              <a:t>geimplementeerd</a:t>
            </a:r>
            <a:r>
              <a:rPr lang="nl-NL" dirty="0"/>
              <a:t>. $?, G1, G0, G2, G3. Voor deze </a:t>
            </a:r>
          </a:p>
        </p:txBody>
      </p:sp>
      <p:sp>
        <p:nvSpPr>
          <p:cNvPr id="4" name="Tijdelijke aanduiding voor dianummer 3">
            <a:extLst>
              <a:ext uri="{FF2B5EF4-FFF2-40B4-BE49-F238E27FC236}">
                <a16:creationId xmlns:a16="http://schemas.microsoft.com/office/drawing/2014/main" id="{C210012D-48B4-73A5-A641-D00A13628B23}"/>
              </a:ext>
            </a:extLst>
          </p:cNvPr>
          <p:cNvSpPr>
            <a:spLocks noGrp="1"/>
          </p:cNvSpPr>
          <p:nvPr>
            <p:ph type="sldNum" sz="quarter" idx="5"/>
          </p:nvPr>
        </p:nvSpPr>
        <p:spPr/>
        <p:txBody>
          <a:bodyPr/>
          <a:lstStyle/>
          <a:p>
            <a:fld id="{7F456FD9-521A-4E48-B277-6DB742BC5019}" type="slidenum">
              <a:rPr lang="nl-NL" smtClean="0"/>
              <a:t>9</a:t>
            </a:fld>
            <a:endParaRPr lang="nl-NL"/>
          </a:p>
        </p:txBody>
      </p:sp>
    </p:spTree>
    <p:extLst>
      <p:ext uri="{BB962C8B-B14F-4D97-AF65-F5344CB8AC3E}">
        <p14:creationId xmlns:p14="http://schemas.microsoft.com/office/powerpoint/2010/main" val="304202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3E244-2E20-5B92-082B-8FE57A11F7C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726F5AF-5FD7-4D6D-BDC9-F19CF829151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5DF974D-897C-85A1-5FCF-BE78948FDCC5}"/>
              </a:ext>
            </a:extLst>
          </p:cNvPr>
          <p:cNvSpPr>
            <a:spLocks noGrp="1"/>
          </p:cNvSpPr>
          <p:nvPr>
            <p:ph type="body" idx="1"/>
          </p:nvPr>
        </p:nvSpPr>
        <p:spPr/>
        <p:txBody>
          <a:bodyPr/>
          <a:lstStyle/>
          <a:p>
            <a:r>
              <a:rPr lang="nl-NL" dirty="0"/>
              <a:t>Voor de software heb ik meerdere commando’s </a:t>
            </a:r>
            <a:r>
              <a:rPr lang="nl-NL" dirty="0" err="1"/>
              <a:t>geimplementeerd</a:t>
            </a:r>
            <a:r>
              <a:rPr lang="nl-NL" dirty="0"/>
              <a:t>. $?, G1, G0, G2, G3. Voor deze </a:t>
            </a:r>
          </a:p>
        </p:txBody>
      </p:sp>
      <p:sp>
        <p:nvSpPr>
          <p:cNvPr id="4" name="Tijdelijke aanduiding voor dianummer 3">
            <a:extLst>
              <a:ext uri="{FF2B5EF4-FFF2-40B4-BE49-F238E27FC236}">
                <a16:creationId xmlns:a16="http://schemas.microsoft.com/office/drawing/2014/main" id="{E1834192-A33C-39E6-6BED-3C41A5309AC2}"/>
              </a:ext>
            </a:extLst>
          </p:cNvPr>
          <p:cNvSpPr>
            <a:spLocks noGrp="1"/>
          </p:cNvSpPr>
          <p:nvPr>
            <p:ph type="sldNum" sz="quarter" idx="5"/>
          </p:nvPr>
        </p:nvSpPr>
        <p:spPr/>
        <p:txBody>
          <a:bodyPr/>
          <a:lstStyle/>
          <a:p>
            <a:fld id="{7F456FD9-521A-4E48-B277-6DB742BC5019}" type="slidenum">
              <a:rPr lang="nl-NL" smtClean="0"/>
              <a:t>10</a:t>
            </a:fld>
            <a:endParaRPr lang="nl-NL"/>
          </a:p>
        </p:txBody>
      </p:sp>
    </p:spTree>
    <p:extLst>
      <p:ext uri="{BB962C8B-B14F-4D97-AF65-F5344CB8AC3E}">
        <p14:creationId xmlns:p14="http://schemas.microsoft.com/office/powerpoint/2010/main" val="1352013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NL" dirty="0"/>
              <a:t>De </a:t>
            </a:r>
            <a:r>
              <a:rPr lang="en-NL" dirty="0" err="1"/>
              <a:t>freesbank</a:t>
            </a:r>
            <a:r>
              <a:rPr lang="en-NL" dirty="0"/>
              <a:t> </a:t>
            </a:r>
            <a:r>
              <a:rPr lang="en-NL" dirty="0" err="1"/>
              <a:t>werkt</a:t>
            </a:r>
            <a:r>
              <a:rPr lang="en-NL" dirty="0"/>
              <a:t> in 3 </a:t>
            </a:r>
            <a:r>
              <a:rPr lang="en-NL" dirty="0" err="1"/>
              <a:t>assen</a:t>
            </a:r>
            <a:r>
              <a:rPr lang="en-NL" dirty="0"/>
              <a:t>, met 2 </a:t>
            </a:r>
            <a:r>
              <a:rPr lang="en-NL" dirty="0" err="1"/>
              <a:t>mogelijkheden</a:t>
            </a:r>
            <a:r>
              <a:rPr lang="en-NL" dirty="0"/>
              <a:t> in </a:t>
            </a:r>
            <a:r>
              <a:rPr lang="en-NL" dirty="0" err="1"/>
              <a:t>beweging</a:t>
            </a:r>
            <a:r>
              <a:rPr lang="en-NL" dirty="0"/>
              <a:t>, circle </a:t>
            </a:r>
            <a:r>
              <a:rPr lang="en-NL" dirty="0" err="1"/>
              <a:t>en</a:t>
            </a:r>
            <a:r>
              <a:rPr lang="en-NL" dirty="0"/>
              <a:t> </a:t>
            </a:r>
            <a:r>
              <a:rPr lang="en-NL" dirty="0" err="1"/>
              <a:t>rechte</a:t>
            </a:r>
            <a:r>
              <a:rPr lang="en-NL" dirty="0"/>
              <a:t> </a:t>
            </a:r>
            <a:r>
              <a:rPr lang="en-NL" dirty="0" err="1"/>
              <a:t>lijn</a:t>
            </a:r>
            <a:r>
              <a:rPr lang="en-NL" dirty="0"/>
              <a:t> (G2-3, G0-1).</a:t>
            </a:r>
          </a:p>
          <a:p>
            <a:r>
              <a:rPr lang="nl-NL" dirty="0"/>
              <a:t>I</a:t>
            </a:r>
            <a:r>
              <a:rPr lang="en-NL" dirty="0" err="1"/>
              <a:t>nput</a:t>
            </a:r>
            <a:r>
              <a:rPr lang="en-NL" dirty="0"/>
              <a:t> </a:t>
            </a:r>
            <a:r>
              <a:rPr lang="en-NL" dirty="0" err="1"/>
              <a:t>kan</a:t>
            </a:r>
            <a:r>
              <a:rPr lang="en-NL" dirty="0"/>
              <a:t> </a:t>
            </a:r>
            <a:r>
              <a:rPr lang="en-NL" dirty="0" err="1"/>
              <a:t>bepaald</a:t>
            </a:r>
            <a:r>
              <a:rPr lang="en-NL" dirty="0"/>
              <a:t> </a:t>
            </a:r>
            <a:r>
              <a:rPr lang="en-NL" dirty="0" err="1"/>
              <a:t>worden</a:t>
            </a:r>
            <a:r>
              <a:rPr lang="en-NL" dirty="0"/>
              <a:t> door </a:t>
            </a:r>
            <a:r>
              <a:rPr lang="en-NL" dirty="0" err="1"/>
              <a:t>sensoren</a:t>
            </a:r>
            <a:endParaRPr lang="en-NL" dirty="0"/>
          </a:p>
          <a:p>
            <a:r>
              <a:rPr lang="nl-NL" dirty="0"/>
              <a:t>M</a:t>
            </a:r>
            <a:r>
              <a:rPr lang="en-NL" dirty="0" err="1"/>
              <a:t>odulair</a:t>
            </a:r>
            <a:r>
              <a:rPr lang="en-NL" dirty="0"/>
              <a:t> (door het </a:t>
            </a:r>
            <a:r>
              <a:rPr lang="en-NL" dirty="0" err="1"/>
              <a:t>modulaire</a:t>
            </a:r>
            <a:r>
              <a:rPr lang="en-NL" dirty="0"/>
              <a:t> </a:t>
            </a:r>
            <a:r>
              <a:rPr lang="en-NL" dirty="0" err="1"/>
              <a:t>ontwerp</a:t>
            </a:r>
            <a:r>
              <a:rPr lang="en-NL" dirty="0"/>
              <a:t> </a:t>
            </a:r>
            <a:r>
              <a:rPr lang="en-NL" dirty="0" err="1"/>
              <a:t>kunnen</a:t>
            </a:r>
            <a:r>
              <a:rPr lang="en-NL" dirty="0"/>
              <a:t> </a:t>
            </a:r>
            <a:r>
              <a:rPr lang="en-NL" dirty="0" err="1"/>
              <a:t>meerdere</a:t>
            </a:r>
            <a:r>
              <a:rPr lang="en-NL" dirty="0"/>
              <a:t> </a:t>
            </a:r>
            <a:r>
              <a:rPr lang="en-NL" dirty="0" err="1"/>
              <a:t>manieren</a:t>
            </a:r>
            <a:r>
              <a:rPr lang="en-NL" dirty="0"/>
              <a:t> van </a:t>
            </a:r>
            <a:r>
              <a:rPr lang="en-NL" dirty="0" err="1"/>
              <a:t>locatie</a:t>
            </a:r>
            <a:r>
              <a:rPr lang="en-NL" dirty="0"/>
              <a:t> </a:t>
            </a:r>
            <a:r>
              <a:rPr lang="en-NL" dirty="0" err="1"/>
              <a:t>bepaling</a:t>
            </a:r>
            <a:r>
              <a:rPr lang="en-NL" dirty="0"/>
              <a:t> </a:t>
            </a:r>
            <a:r>
              <a:rPr lang="en-NL" dirty="0" err="1"/>
              <a:t>gebruikt</a:t>
            </a:r>
            <a:r>
              <a:rPr lang="en-NL" dirty="0"/>
              <a:t> </a:t>
            </a:r>
            <a:r>
              <a:rPr lang="en-NL" dirty="0" err="1"/>
              <a:t>worden</a:t>
            </a:r>
            <a:r>
              <a:rPr lang="en-NL" dirty="0"/>
              <a:t>)</a:t>
            </a:r>
          </a:p>
          <a:p>
            <a:endParaRPr lang="en-NL" dirty="0"/>
          </a:p>
          <a:p>
            <a:r>
              <a:rPr lang="nl-NL" dirty="0"/>
              <a:t>D</a:t>
            </a:r>
            <a:r>
              <a:rPr lang="en-NL" dirty="0" err="1"/>
              <a:t>ata</a:t>
            </a:r>
            <a:r>
              <a:rPr lang="en-NL" dirty="0"/>
              <a:t> </a:t>
            </a:r>
            <a:r>
              <a:rPr lang="en-NL" dirty="0" err="1"/>
              <a:t>opslaan</a:t>
            </a:r>
            <a:r>
              <a:rPr lang="en-NL" dirty="0"/>
              <a:t> op </a:t>
            </a:r>
            <a:r>
              <a:rPr lang="en-NL" dirty="0" err="1"/>
              <a:t>een</a:t>
            </a:r>
            <a:r>
              <a:rPr lang="en-NL" dirty="0"/>
              <a:t> </a:t>
            </a:r>
            <a:r>
              <a:rPr lang="en-NL" dirty="0" err="1"/>
              <a:t>sd</a:t>
            </a:r>
            <a:r>
              <a:rPr lang="en-NL" dirty="0"/>
              <a:t> </a:t>
            </a:r>
            <a:r>
              <a:rPr lang="en-NL" dirty="0" err="1"/>
              <a:t>kaart</a:t>
            </a:r>
            <a:r>
              <a:rPr lang="en-NL" dirty="0"/>
              <a:t> </a:t>
            </a:r>
            <a:r>
              <a:rPr lang="en-NL" dirty="0" err="1"/>
              <a:t>zoals</a:t>
            </a:r>
            <a:r>
              <a:rPr lang="en-NL" dirty="0"/>
              <a:t> </a:t>
            </a:r>
            <a:r>
              <a:rPr lang="en-NL" dirty="0" err="1"/>
              <a:t>waar</a:t>
            </a:r>
            <a:r>
              <a:rPr lang="en-NL" dirty="0"/>
              <a:t> </a:t>
            </a:r>
            <a:r>
              <a:rPr lang="en-NL" dirty="0" err="1"/>
              <a:t>deze</a:t>
            </a:r>
            <a:r>
              <a:rPr lang="en-NL" dirty="0"/>
              <a:t> is </a:t>
            </a:r>
            <a:r>
              <a:rPr lang="en-NL" dirty="0" err="1"/>
              <a:t>gebleven</a:t>
            </a:r>
            <a:r>
              <a:rPr lang="en-NL" dirty="0"/>
              <a:t> met </a:t>
            </a:r>
            <a:r>
              <a:rPr lang="en-NL" dirty="0" err="1"/>
              <a:t>printen</a:t>
            </a:r>
            <a:r>
              <a:rPr lang="en-NL" dirty="0"/>
              <a:t>.</a:t>
            </a:r>
          </a:p>
          <a:p>
            <a:r>
              <a:rPr lang="nl-NL" dirty="0"/>
              <a:t>D</a:t>
            </a:r>
            <a:r>
              <a:rPr lang="en-NL" dirty="0"/>
              <a:t>e files van </a:t>
            </a:r>
            <a:r>
              <a:rPr lang="en-NL" dirty="0" err="1"/>
              <a:t>een</a:t>
            </a:r>
            <a:r>
              <a:rPr lang="en-NL" dirty="0"/>
              <a:t> </a:t>
            </a:r>
            <a:r>
              <a:rPr lang="en-NL" dirty="0" err="1"/>
              <a:t>sd</a:t>
            </a:r>
            <a:r>
              <a:rPr lang="en-NL" dirty="0"/>
              <a:t> </a:t>
            </a:r>
            <a:r>
              <a:rPr lang="en-NL" dirty="0" err="1"/>
              <a:t>kaart</a:t>
            </a:r>
            <a:r>
              <a:rPr lang="en-NL" dirty="0"/>
              <a:t> </a:t>
            </a:r>
            <a:r>
              <a:rPr lang="en-NL" dirty="0" err="1"/>
              <a:t>aflezen</a:t>
            </a:r>
            <a:r>
              <a:rPr lang="en-NL" dirty="0"/>
              <a:t>.</a:t>
            </a:r>
            <a:endParaRPr lang="nl-NL" dirty="0"/>
          </a:p>
          <a:p>
            <a:endParaRPr lang="nl-NL" dirty="0"/>
          </a:p>
        </p:txBody>
      </p:sp>
      <p:sp>
        <p:nvSpPr>
          <p:cNvPr id="4" name="Tijdelijke aanduiding voor dianummer 3"/>
          <p:cNvSpPr>
            <a:spLocks noGrp="1"/>
          </p:cNvSpPr>
          <p:nvPr>
            <p:ph type="sldNum" sz="quarter" idx="5"/>
          </p:nvPr>
        </p:nvSpPr>
        <p:spPr/>
        <p:txBody>
          <a:bodyPr/>
          <a:lstStyle/>
          <a:p>
            <a:fld id="{7F456FD9-521A-4E48-B277-6DB742BC5019}" type="slidenum">
              <a:rPr lang="nl-NL" smtClean="0"/>
              <a:t>12</a:t>
            </a:fld>
            <a:endParaRPr lang="nl-NL"/>
          </a:p>
        </p:txBody>
      </p:sp>
    </p:spTree>
    <p:extLst>
      <p:ext uri="{BB962C8B-B14F-4D97-AF65-F5344CB8AC3E}">
        <p14:creationId xmlns:p14="http://schemas.microsoft.com/office/powerpoint/2010/main" val="2844014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NL" dirty="0"/>
              <a:t>De </a:t>
            </a:r>
            <a:r>
              <a:rPr lang="en-NL" dirty="0" err="1"/>
              <a:t>freesbank</a:t>
            </a:r>
            <a:r>
              <a:rPr lang="en-NL" dirty="0"/>
              <a:t> </a:t>
            </a:r>
            <a:r>
              <a:rPr lang="en-NL" dirty="0" err="1"/>
              <a:t>werkt</a:t>
            </a:r>
            <a:r>
              <a:rPr lang="en-NL" dirty="0"/>
              <a:t> in 3 </a:t>
            </a:r>
            <a:r>
              <a:rPr lang="en-NL" dirty="0" err="1"/>
              <a:t>assen</a:t>
            </a:r>
            <a:r>
              <a:rPr lang="en-NL" dirty="0"/>
              <a:t>, met 2 </a:t>
            </a:r>
            <a:r>
              <a:rPr lang="en-NL" dirty="0" err="1"/>
              <a:t>mogelijkheden</a:t>
            </a:r>
            <a:r>
              <a:rPr lang="en-NL" dirty="0"/>
              <a:t> in </a:t>
            </a:r>
            <a:r>
              <a:rPr lang="en-NL" dirty="0" err="1"/>
              <a:t>beweging</a:t>
            </a:r>
            <a:r>
              <a:rPr lang="en-NL" dirty="0"/>
              <a:t>, circle </a:t>
            </a:r>
            <a:r>
              <a:rPr lang="en-NL" dirty="0" err="1"/>
              <a:t>en</a:t>
            </a:r>
            <a:r>
              <a:rPr lang="en-NL" dirty="0"/>
              <a:t> </a:t>
            </a:r>
            <a:r>
              <a:rPr lang="en-NL" dirty="0" err="1"/>
              <a:t>rechte</a:t>
            </a:r>
            <a:r>
              <a:rPr lang="en-NL" dirty="0"/>
              <a:t> </a:t>
            </a:r>
            <a:r>
              <a:rPr lang="en-NL" dirty="0" err="1"/>
              <a:t>lijn</a:t>
            </a:r>
            <a:r>
              <a:rPr lang="en-NL" dirty="0"/>
              <a:t> (G2-3, G0-1).</a:t>
            </a:r>
          </a:p>
          <a:p>
            <a:r>
              <a:rPr lang="nl-NL" dirty="0"/>
              <a:t>I</a:t>
            </a:r>
            <a:r>
              <a:rPr lang="en-NL" dirty="0" err="1"/>
              <a:t>nput</a:t>
            </a:r>
            <a:r>
              <a:rPr lang="en-NL" dirty="0"/>
              <a:t> </a:t>
            </a:r>
            <a:r>
              <a:rPr lang="en-NL" dirty="0" err="1"/>
              <a:t>kan</a:t>
            </a:r>
            <a:r>
              <a:rPr lang="en-NL" dirty="0"/>
              <a:t> </a:t>
            </a:r>
            <a:r>
              <a:rPr lang="en-NL" dirty="0" err="1"/>
              <a:t>bepaald</a:t>
            </a:r>
            <a:r>
              <a:rPr lang="en-NL" dirty="0"/>
              <a:t> </a:t>
            </a:r>
            <a:r>
              <a:rPr lang="en-NL" dirty="0" err="1"/>
              <a:t>worden</a:t>
            </a:r>
            <a:r>
              <a:rPr lang="en-NL" dirty="0"/>
              <a:t> door </a:t>
            </a:r>
            <a:r>
              <a:rPr lang="en-NL" dirty="0" err="1"/>
              <a:t>sensoren</a:t>
            </a:r>
            <a:endParaRPr lang="en-NL" dirty="0"/>
          </a:p>
          <a:p>
            <a:r>
              <a:rPr lang="nl-NL" dirty="0"/>
              <a:t>M</a:t>
            </a:r>
            <a:r>
              <a:rPr lang="en-NL" dirty="0" err="1"/>
              <a:t>odulair</a:t>
            </a:r>
            <a:r>
              <a:rPr lang="en-NL" dirty="0"/>
              <a:t> (door het </a:t>
            </a:r>
            <a:r>
              <a:rPr lang="en-NL" dirty="0" err="1"/>
              <a:t>modulaire</a:t>
            </a:r>
            <a:r>
              <a:rPr lang="en-NL" dirty="0"/>
              <a:t> </a:t>
            </a:r>
            <a:r>
              <a:rPr lang="en-NL" dirty="0" err="1"/>
              <a:t>ontwerp</a:t>
            </a:r>
            <a:r>
              <a:rPr lang="en-NL" dirty="0"/>
              <a:t> </a:t>
            </a:r>
            <a:r>
              <a:rPr lang="en-NL" dirty="0" err="1"/>
              <a:t>kunnen</a:t>
            </a:r>
            <a:r>
              <a:rPr lang="en-NL" dirty="0"/>
              <a:t> </a:t>
            </a:r>
            <a:r>
              <a:rPr lang="en-NL" dirty="0" err="1"/>
              <a:t>meerdere</a:t>
            </a:r>
            <a:r>
              <a:rPr lang="en-NL" dirty="0"/>
              <a:t> </a:t>
            </a:r>
            <a:r>
              <a:rPr lang="en-NL" dirty="0" err="1"/>
              <a:t>manieren</a:t>
            </a:r>
            <a:r>
              <a:rPr lang="en-NL" dirty="0"/>
              <a:t> van </a:t>
            </a:r>
            <a:r>
              <a:rPr lang="en-NL" dirty="0" err="1"/>
              <a:t>locatie</a:t>
            </a:r>
            <a:r>
              <a:rPr lang="en-NL" dirty="0"/>
              <a:t> </a:t>
            </a:r>
            <a:r>
              <a:rPr lang="en-NL" dirty="0" err="1"/>
              <a:t>bepaling</a:t>
            </a:r>
            <a:r>
              <a:rPr lang="en-NL" dirty="0"/>
              <a:t> </a:t>
            </a:r>
            <a:r>
              <a:rPr lang="en-NL" dirty="0" err="1"/>
              <a:t>gebruikt</a:t>
            </a:r>
            <a:r>
              <a:rPr lang="en-NL" dirty="0"/>
              <a:t> </a:t>
            </a:r>
            <a:r>
              <a:rPr lang="en-NL" dirty="0" err="1"/>
              <a:t>worden</a:t>
            </a:r>
            <a:r>
              <a:rPr lang="en-NL" dirty="0"/>
              <a:t>)</a:t>
            </a:r>
          </a:p>
          <a:p>
            <a:endParaRPr lang="en-NL" dirty="0"/>
          </a:p>
          <a:p>
            <a:r>
              <a:rPr lang="nl-NL" dirty="0"/>
              <a:t>D</a:t>
            </a:r>
            <a:r>
              <a:rPr lang="en-NL" dirty="0" err="1"/>
              <a:t>ata</a:t>
            </a:r>
            <a:r>
              <a:rPr lang="en-NL" dirty="0"/>
              <a:t> </a:t>
            </a:r>
            <a:r>
              <a:rPr lang="en-NL" dirty="0" err="1"/>
              <a:t>opslaan</a:t>
            </a:r>
            <a:r>
              <a:rPr lang="en-NL" dirty="0"/>
              <a:t> op </a:t>
            </a:r>
            <a:r>
              <a:rPr lang="en-NL" dirty="0" err="1"/>
              <a:t>een</a:t>
            </a:r>
            <a:r>
              <a:rPr lang="en-NL" dirty="0"/>
              <a:t> </a:t>
            </a:r>
            <a:r>
              <a:rPr lang="en-NL" dirty="0" err="1"/>
              <a:t>sd</a:t>
            </a:r>
            <a:r>
              <a:rPr lang="en-NL" dirty="0"/>
              <a:t> </a:t>
            </a:r>
            <a:r>
              <a:rPr lang="en-NL" dirty="0" err="1"/>
              <a:t>kaart</a:t>
            </a:r>
            <a:r>
              <a:rPr lang="en-NL" dirty="0"/>
              <a:t> </a:t>
            </a:r>
            <a:r>
              <a:rPr lang="en-NL" dirty="0" err="1"/>
              <a:t>zoals</a:t>
            </a:r>
            <a:r>
              <a:rPr lang="en-NL" dirty="0"/>
              <a:t> </a:t>
            </a:r>
            <a:r>
              <a:rPr lang="en-NL" dirty="0" err="1"/>
              <a:t>waar</a:t>
            </a:r>
            <a:r>
              <a:rPr lang="en-NL" dirty="0"/>
              <a:t> </a:t>
            </a:r>
            <a:r>
              <a:rPr lang="en-NL" dirty="0" err="1"/>
              <a:t>deze</a:t>
            </a:r>
            <a:r>
              <a:rPr lang="en-NL" dirty="0"/>
              <a:t> is </a:t>
            </a:r>
            <a:r>
              <a:rPr lang="en-NL" dirty="0" err="1"/>
              <a:t>gebleven</a:t>
            </a:r>
            <a:r>
              <a:rPr lang="en-NL" dirty="0"/>
              <a:t> met </a:t>
            </a:r>
            <a:r>
              <a:rPr lang="en-NL" dirty="0" err="1"/>
              <a:t>printen</a:t>
            </a:r>
            <a:r>
              <a:rPr lang="en-NL" dirty="0"/>
              <a:t>.</a:t>
            </a:r>
          </a:p>
          <a:p>
            <a:r>
              <a:rPr lang="nl-NL" dirty="0"/>
              <a:t>D</a:t>
            </a:r>
            <a:r>
              <a:rPr lang="en-NL" dirty="0"/>
              <a:t>e files van </a:t>
            </a:r>
            <a:r>
              <a:rPr lang="en-NL" dirty="0" err="1"/>
              <a:t>een</a:t>
            </a:r>
            <a:r>
              <a:rPr lang="en-NL" dirty="0"/>
              <a:t> </a:t>
            </a:r>
            <a:r>
              <a:rPr lang="en-NL" dirty="0" err="1"/>
              <a:t>sd</a:t>
            </a:r>
            <a:r>
              <a:rPr lang="en-NL" dirty="0"/>
              <a:t> </a:t>
            </a:r>
            <a:r>
              <a:rPr lang="en-NL" dirty="0" err="1"/>
              <a:t>kaart</a:t>
            </a:r>
            <a:r>
              <a:rPr lang="en-NL" dirty="0"/>
              <a:t> </a:t>
            </a:r>
            <a:r>
              <a:rPr lang="en-NL" dirty="0" err="1"/>
              <a:t>aflezen</a:t>
            </a:r>
            <a:r>
              <a:rPr lang="en-NL" dirty="0"/>
              <a:t>.</a:t>
            </a:r>
            <a:endParaRPr lang="nl-NL" dirty="0"/>
          </a:p>
          <a:p>
            <a:endParaRPr lang="nl-NL" dirty="0"/>
          </a:p>
        </p:txBody>
      </p:sp>
      <p:sp>
        <p:nvSpPr>
          <p:cNvPr id="4" name="Tijdelijke aanduiding voor dianummer 3"/>
          <p:cNvSpPr>
            <a:spLocks noGrp="1"/>
          </p:cNvSpPr>
          <p:nvPr>
            <p:ph type="sldNum" sz="quarter" idx="5"/>
          </p:nvPr>
        </p:nvSpPr>
        <p:spPr/>
        <p:txBody>
          <a:bodyPr/>
          <a:lstStyle/>
          <a:p>
            <a:fld id="{7F456FD9-521A-4E48-B277-6DB742BC5019}" type="slidenum">
              <a:rPr lang="nl-NL" smtClean="0"/>
              <a:t>13</a:t>
            </a:fld>
            <a:endParaRPr lang="nl-NL"/>
          </a:p>
        </p:txBody>
      </p:sp>
    </p:spTree>
    <p:extLst>
      <p:ext uri="{BB962C8B-B14F-4D97-AF65-F5344CB8AC3E}">
        <p14:creationId xmlns:p14="http://schemas.microsoft.com/office/powerpoint/2010/main" val="3394254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35857C-9CAC-4567-3800-E82CCF7692C0}"/>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425434E0-8FA1-441F-0DF8-FD51107773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3D0ACF9B-D90A-8EA5-3050-513516AA99FA}"/>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7F2A26B6-5F75-0902-6107-E7D4A97DA67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52C24DE-A097-2620-17F4-4F312C718D40}"/>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115344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D886BB-6850-F1AD-9127-C6BFE30BCBAD}"/>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F449B2BD-2E05-8A66-2EEC-ECC58B4917B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8546F2B-B451-479E-1129-00AC9BF3FB34}"/>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BF51EDCC-10F9-B25A-70E9-DBEB2109680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5C0DCE0-8E43-C4C4-4031-82FB47361810}"/>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2128198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97CA81-DC12-6BB1-1971-6E92734E0AD6}"/>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2B95537A-45A9-1593-1D9F-65C15E1D9A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E1AEF81-1B29-3B85-6A59-131C00F069CA}"/>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F2ED8E33-147D-F496-9A98-008B536BD41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287E4A2-9AA7-C016-A7A3-9EEAFDAF3D91}"/>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2673751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BA4D95-C242-4049-C9E3-505A0216DEF3}"/>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55DF5AD-EC7F-6E1F-3C80-2ACFA6CB2D3A}"/>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6F3BD090-06D0-8062-338F-00B3D7188D20}"/>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8DEBFFFC-1DC7-AFE9-B94D-ED6701EEE2C4}"/>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6" name="Tijdelijke aanduiding voor voettekst 5">
            <a:extLst>
              <a:ext uri="{FF2B5EF4-FFF2-40B4-BE49-F238E27FC236}">
                <a16:creationId xmlns:a16="http://schemas.microsoft.com/office/drawing/2014/main" id="{428B4DDA-A53A-7454-2121-41395EEFBAC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F85E6D3-9F09-03A7-A2E8-327A3D60A805}"/>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244667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3CD383-5150-0217-67FB-993876C5CE74}"/>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11D98134-C838-869F-9EB5-5CDE4BF6D5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9A2D2597-014A-D167-29A9-14964DABFE2E}"/>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EE5966A5-35FA-177A-FE5B-3DF780B60F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D7AFAD51-43C5-F739-9524-3BFF271662F1}"/>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D2ECAFFC-54D1-1EA3-6084-76E6F17D3DC1}"/>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8" name="Tijdelijke aanduiding voor voettekst 7">
            <a:extLst>
              <a:ext uri="{FF2B5EF4-FFF2-40B4-BE49-F238E27FC236}">
                <a16:creationId xmlns:a16="http://schemas.microsoft.com/office/drawing/2014/main" id="{5D6ECAF5-1855-3348-3FEC-571F9857DDA6}"/>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8E06415B-00A8-2D86-FE52-EAD23D2998F0}"/>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403531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1C4FEB-3342-45BB-180B-4DCFEF8F3353}"/>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C75CB7EE-4381-240F-B0EE-EB33831B71E5}"/>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4" name="Tijdelijke aanduiding voor voettekst 3">
            <a:extLst>
              <a:ext uri="{FF2B5EF4-FFF2-40B4-BE49-F238E27FC236}">
                <a16:creationId xmlns:a16="http://schemas.microsoft.com/office/drawing/2014/main" id="{90662C5F-2D65-7F00-CD6C-F885B754A3B7}"/>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C4B6CE5F-4871-E98D-6932-36DD69564F39}"/>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3015394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81F7383-5E54-85FB-D539-4D3C312CD245}"/>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3" name="Tijdelijke aanduiding voor voettekst 2">
            <a:extLst>
              <a:ext uri="{FF2B5EF4-FFF2-40B4-BE49-F238E27FC236}">
                <a16:creationId xmlns:a16="http://schemas.microsoft.com/office/drawing/2014/main" id="{B4F7CB76-D650-46E4-83D0-DCFB2AD595A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3B669651-45BF-0D45-6EA6-282E7863B0D5}"/>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357136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C55817-8C18-E7FB-1A1C-5F07366DBC7E}"/>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DFF96EFF-0185-E289-9EC1-500DF13349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8A88504E-D7E6-C9A3-B90E-2893BD957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65182CA-3E38-99BF-3F41-6CB4881C8850}"/>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6" name="Tijdelijke aanduiding voor voettekst 5">
            <a:extLst>
              <a:ext uri="{FF2B5EF4-FFF2-40B4-BE49-F238E27FC236}">
                <a16:creationId xmlns:a16="http://schemas.microsoft.com/office/drawing/2014/main" id="{37DDCB76-61D7-F93A-531C-BCDA512E856A}"/>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1881320-8B64-3E3A-0865-E36AE2A9015B}"/>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2335945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E5BE78-BCAE-6239-ADF1-0D9CDE08936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7E3407A-6B39-0914-FC4D-D5D4A8D394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09624737-CB90-096D-E6E0-D36BFB44A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9A85AFDD-AA6A-0B33-8944-EA66FE5985DD}"/>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6" name="Tijdelijke aanduiding voor voettekst 5">
            <a:extLst>
              <a:ext uri="{FF2B5EF4-FFF2-40B4-BE49-F238E27FC236}">
                <a16:creationId xmlns:a16="http://schemas.microsoft.com/office/drawing/2014/main" id="{CD0B28A8-747B-B808-4C78-8B84F59C709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BA4CD780-1894-4765-D3F9-B76AA812F946}"/>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4117752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A5417D-A492-201D-07EB-CC78B9A2E63E}"/>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F80E8583-4A5D-FE58-179F-4D23549D8DD4}"/>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56712A7B-76DB-9B45-C54D-8AAEB9899824}"/>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BDA7F32A-0B23-294F-C7C8-E916DA6E142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B4786C0-480B-BEFC-E030-6687664E936B}"/>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281881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DB9C1BBB-B151-7FDF-548A-828EFBB91B30}"/>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A01E2E70-356C-D168-B4EB-D12FB5386553}"/>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B66C4DE1-BA93-C3E1-6707-13DA6E0CF697}"/>
              </a:ext>
            </a:extLst>
          </p:cNvPr>
          <p:cNvSpPr>
            <a:spLocks noGrp="1"/>
          </p:cNvSpPr>
          <p:nvPr>
            <p:ph type="dt" sz="half" idx="10"/>
          </p:nvPr>
        </p:nvSpPr>
        <p:spPr/>
        <p:txBody>
          <a:body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3376ACFB-A556-1AB4-7C1C-5FC432FAAD9D}"/>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0C3D150-6494-9EB8-37AE-097A05B84873}"/>
              </a:ext>
            </a:extLst>
          </p:cNvPr>
          <p:cNvSpPr>
            <a:spLocks noGrp="1"/>
          </p:cNvSpPr>
          <p:nvPr>
            <p:ph type="sldNum" sz="quarter" idx="12"/>
          </p:nvPr>
        </p:nvSpPr>
        <p:spPr/>
        <p:txBody>
          <a:bodyPr/>
          <a:lstStyle/>
          <a:p>
            <a:fld id="{7061C08D-EA27-43A9-8D6C-81BD89CFDC81}" type="slidenum">
              <a:rPr lang="nl-NL" smtClean="0"/>
              <a:t>‹nr.›</a:t>
            </a:fld>
            <a:endParaRPr lang="nl-NL"/>
          </a:p>
        </p:txBody>
      </p:sp>
    </p:spTree>
    <p:extLst>
      <p:ext uri="{BB962C8B-B14F-4D97-AF65-F5344CB8AC3E}">
        <p14:creationId xmlns:p14="http://schemas.microsoft.com/office/powerpoint/2010/main" val="1040712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5368E063-99EE-CE4E-0C43-7A8D5D8C38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F9382AE3-82CC-B335-19BE-31F441D69B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5FA1E714-7B26-245A-58EB-8373559AE4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ED0539-9519-4FBB-A88E-2F08C22A0731}" type="datetimeFigureOut">
              <a:rPr lang="nl-NL" smtClean="0"/>
              <a:t>25-1-2026</a:t>
            </a:fld>
            <a:endParaRPr lang="nl-NL"/>
          </a:p>
        </p:txBody>
      </p:sp>
      <p:sp>
        <p:nvSpPr>
          <p:cNvPr id="5" name="Tijdelijke aanduiding voor voettekst 4">
            <a:extLst>
              <a:ext uri="{FF2B5EF4-FFF2-40B4-BE49-F238E27FC236}">
                <a16:creationId xmlns:a16="http://schemas.microsoft.com/office/drawing/2014/main" id="{790304B6-FCD9-6E83-16BB-20E06C9A1C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DDE964E8-D460-1FA4-4C9D-3B70BDAE40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61C08D-EA27-43A9-8D6C-81BD89CFDC81}" type="slidenum">
              <a:rPr lang="nl-NL" smtClean="0"/>
              <a:t>‹nr.›</a:t>
            </a:fld>
            <a:endParaRPr lang="nl-NL"/>
          </a:p>
        </p:txBody>
      </p:sp>
    </p:spTree>
    <p:extLst>
      <p:ext uri="{BB962C8B-B14F-4D97-AF65-F5344CB8AC3E}">
        <p14:creationId xmlns:p14="http://schemas.microsoft.com/office/powerpoint/2010/main" val="3697698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96157-922E-E1FC-EBF1-C51D2757180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F2C124-AA0C-FEA3-B8F2-EDCEA17E10AE}"/>
              </a:ext>
            </a:extLst>
          </p:cNvPr>
          <p:cNvSpPr>
            <a:spLocks noGrp="1"/>
          </p:cNvSpPr>
          <p:nvPr>
            <p:ph type="title"/>
          </p:nvPr>
        </p:nvSpPr>
        <p:spPr>
          <a:xfrm>
            <a:off x="936009" y="2516685"/>
            <a:ext cx="10319982" cy="663468"/>
          </a:xfrm>
        </p:spPr>
        <p:txBody>
          <a:bodyPr anchor="t">
            <a:normAutofit fontScale="90000"/>
          </a:bodyPr>
          <a:lstStyle/>
          <a:p>
            <a:pPr algn="ctr"/>
            <a:r>
              <a:rPr lang="nl-NL" sz="4800" b="1" dirty="0"/>
              <a:t>Aansturing freesbank</a:t>
            </a:r>
            <a:endParaRPr lang="nl-NL" sz="4800" b="1" noProof="0" dirty="0"/>
          </a:p>
        </p:txBody>
      </p:sp>
      <p:sp>
        <p:nvSpPr>
          <p:cNvPr id="4" name="Tekstvak 3">
            <a:extLst>
              <a:ext uri="{FF2B5EF4-FFF2-40B4-BE49-F238E27FC236}">
                <a16:creationId xmlns:a16="http://schemas.microsoft.com/office/drawing/2014/main" id="{9F75A2BE-0CE6-68A6-1FA6-91F0ADE00A75}"/>
              </a:ext>
            </a:extLst>
          </p:cNvPr>
          <p:cNvSpPr txBox="1"/>
          <p:nvPr/>
        </p:nvSpPr>
        <p:spPr>
          <a:xfrm>
            <a:off x="8512602" y="4852851"/>
            <a:ext cx="3821373" cy="1714380"/>
          </a:xfrm>
          <a:prstGeom prst="rect">
            <a:avLst/>
          </a:prstGeom>
          <a:noFill/>
        </p:spPr>
        <p:txBody>
          <a:bodyPr wrap="square" rtlCol="0">
            <a:spAutoFit/>
          </a:bodyPr>
          <a:lstStyle/>
          <a:p>
            <a:pPr>
              <a:lnSpc>
                <a:spcPct val="150000"/>
              </a:lnSpc>
            </a:pPr>
            <a:r>
              <a:rPr lang="en-NL" dirty="0"/>
              <a:t>- Olaf Goudriaan (1071349)</a:t>
            </a:r>
          </a:p>
          <a:p>
            <a:pPr>
              <a:lnSpc>
                <a:spcPct val="150000"/>
              </a:lnSpc>
            </a:pPr>
            <a:r>
              <a:rPr lang="en-NL" dirty="0"/>
              <a:t>- Geert </a:t>
            </a:r>
            <a:r>
              <a:rPr lang="en-NL" dirty="0" err="1"/>
              <a:t>Mosterdijk</a:t>
            </a:r>
            <a:br>
              <a:rPr lang="en-NL" dirty="0"/>
            </a:br>
            <a:r>
              <a:rPr lang="en-NL" dirty="0"/>
              <a:t>- Wessel </a:t>
            </a:r>
            <a:r>
              <a:rPr lang="en-NL" dirty="0" err="1"/>
              <a:t>Oele</a:t>
            </a:r>
            <a:r>
              <a:rPr lang="en-NL" dirty="0"/>
              <a:t>, Renee </a:t>
            </a:r>
            <a:r>
              <a:rPr lang="nl-NL" dirty="0"/>
              <a:t>van Dorn</a:t>
            </a:r>
          </a:p>
          <a:p>
            <a:pPr>
              <a:lnSpc>
                <a:spcPct val="150000"/>
              </a:lnSpc>
            </a:pPr>
            <a:endParaRPr lang="nl-NL" dirty="0"/>
          </a:p>
        </p:txBody>
      </p:sp>
      <p:sp>
        <p:nvSpPr>
          <p:cNvPr id="5" name="Tekstvak 4">
            <a:extLst>
              <a:ext uri="{FF2B5EF4-FFF2-40B4-BE49-F238E27FC236}">
                <a16:creationId xmlns:a16="http://schemas.microsoft.com/office/drawing/2014/main" id="{DAF10CA7-4369-7564-61FA-7B68FEF0E424}"/>
              </a:ext>
            </a:extLst>
          </p:cNvPr>
          <p:cNvSpPr txBox="1"/>
          <p:nvPr/>
        </p:nvSpPr>
        <p:spPr>
          <a:xfrm>
            <a:off x="4662985" y="3226150"/>
            <a:ext cx="2866030" cy="584775"/>
          </a:xfrm>
          <a:prstGeom prst="rect">
            <a:avLst/>
          </a:prstGeom>
          <a:noFill/>
        </p:spPr>
        <p:txBody>
          <a:bodyPr wrap="square" rtlCol="0">
            <a:spAutoFit/>
          </a:bodyPr>
          <a:lstStyle/>
          <a:p>
            <a:pPr algn="ctr"/>
            <a:r>
              <a:rPr lang="en-NL" sz="3200" dirty="0"/>
              <a:t>Sens2Sea</a:t>
            </a:r>
            <a:endParaRPr lang="nl-NL" sz="3200" dirty="0"/>
          </a:p>
        </p:txBody>
      </p:sp>
      <p:sp>
        <p:nvSpPr>
          <p:cNvPr id="7" name="Rechthoek 6">
            <a:extLst>
              <a:ext uri="{FF2B5EF4-FFF2-40B4-BE49-F238E27FC236}">
                <a16:creationId xmlns:a16="http://schemas.microsoft.com/office/drawing/2014/main" id="{C2F15DFF-1330-4849-4AC4-9BF792E19D90}"/>
              </a:ext>
            </a:extLst>
          </p:cNvPr>
          <p:cNvSpPr/>
          <p:nvPr/>
        </p:nvSpPr>
        <p:spPr>
          <a:xfrm>
            <a:off x="936009" y="3163316"/>
            <a:ext cx="10319983" cy="7967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descr="Afbeelding met Lettertype, Graphics, logo, grafische vormgeving&#10;&#10;Door AI gegenereerde inhoud is mogelijk onjuist.">
            <a:extLst>
              <a:ext uri="{FF2B5EF4-FFF2-40B4-BE49-F238E27FC236}">
                <a16:creationId xmlns:a16="http://schemas.microsoft.com/office/drawing/2014/main" id="{F9AB93AE-9D82-3E04-B6BC-B7217204E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9413" y="57397"/>
            <a:ext cx="4090988" cy="786590"/>
          </a:xfrm>
          <a:prstGeom prst="rect">
            <a:avLst/>
          </a:prstGeom>
        </p:spPr>
      </p:pic>
    </p:spTree>
    <p:extLst>
      <p:ext uri="{BB962C8B-B14F-4D97-AF65-F5344CB8AC3E}">
        <p14:creationId xmlns:p14="http://schemas.microsoft.com/office/powerpoint/2010/main" val="270030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2E4D87-9930-5A14-0DFE-1AE6C9D61C7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D8FBAB-2468-3AE7-CA5F-DD6DE597AEC4}"/>
              </a:ext>
            </a:extLst>
          </p:cNvPr>
          <p:cNvSpPr>
            <a:spLocks noGrp="1"/>
          </p:cNvSpPr>
          <p:nvPr>
            <p:ph type="title"/>
          </p:nvPr>
        </p:nvSpPr>
        <p:spPr>
          <a:xfrm>
            <a:off x="762000" y="1138036"/>
            <a:ext cx="4085665" cy="1402470"/>
          </a:xfrm>
        </p:spPr>
        <p:txBody>
          <a:bodyPr anchor="t">
            <a:normAutofit/>
          </a:bodyPr>
          <a:lstStyle/>
          <a:p>
            <a:r>
              <a:rPr lang="en-NL" sz="3200" dirty="0" err="1"/>
              <a:t>Inhoud</a:t>
            </a:r>
            <a:endParaRPr lang="nl-NL" sz="3200" noProof="0" dirty="0"/>
          </a:p>
        </p:txBody>
      </p:sp>
      <p:cxnSp>
        <p:nvCxnSpPr>
          <p:cNvPr id="23" name="Straight Connector 22">
            <a:extLst>
              <a:ext uri="{FF2B5EF4-FFF2-40B4-BE49-F238E27FC236}">
                <a16:creationId xmlns:a16="http://schemas.microsoft.com/office/drawing/2014/main" id="{FBE9AE3B-09C2-291B-8483-60D1E5C68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ijdelijke aanduiding voor inhoud 2">
            <a:extLst>
              <a:ext uri="{FF2B5EF4-FFF2-40B4-BE49-F238E27FC236}">
                <a16:creationId xmlns:a16="http://schemas.microsoft.com/office/drawing/2014/main" id="{FB8180FA-55A2-1B53-C5CA-DA82AB1C9E14}"/>
              </a:ext>
            </a:extLst>
          </p:cNvPr>
          <p:cNvSpPr>
            <a:spLocks noGrp="1"/>
          </p:cNvSpPr>
          <p:nvPr>
            <p:ph idx="1"/>
          </p:nvPr>
        </p:nvSpPr>
        <p:spPr>
          <a:xfrm>
            <a:off x="838200" y="1825625"/>
            <a:ext cx="10515600" cy="4351338"/>
          </a:xfrm>
        </p:spPr>
        <p:txBody>
          <a:bodyPr/>
          <a:lstStyle/>
          <a:p>
            <a:r>
              <a:rPr lang="nl-NL" noProof="0" dirty="0"/>
              <a:t>Hebben over</a:t>
            </a:r>
          </a:p>
          <a:p>
            <a:endParaRPr lang="nl-NL" noProof="0" dirty="0"/>
          </a:p>
          <a:p>
            <a:r>
              <a:rPr lang="nl-NL" noProof="0" dirty="0"/>
              <a:t>Context (wat does sens2sea)</a:t>
            </a:r>
          </a:p>
          <a:p>
            <a:r>
              <a:rPr lang="nl-NL" noProof="0" dirty="0"/>
              <a:t>Opdracht (wat houd de opdracht in en waarom)</a:t>
            </a:r>
          </a:p>
          <a:p>
            <a:r>
              <a:rPr lang="nl-NL" noProof="0" dirty="0"/>
              <a:t>Wat heb ik gedaan</a:t>
            </a:r>
          </a:p>
          <a:p>
            <a:r>
              <a:rPr lang="nl-NL" noProof="0" dirty="0"/>
              <a:t>Ontwerp (code??, hardware)</a:t>
            </a:r>
          </a:p>
          <a:p>
            <a:r>
              <a:rPr lang="nl-NL" noProof="0" dirty="0"/>
              <a:t>demo</a:t>
            </a:r>
          </a:p>
          <a:p>
            <a:endParaRPr lang="nl-NL" noProof="0" dirty="0"/>
          </a:p>
        </p:txBody>
      </p:sp>
    </p:spTree>
    <p:extLst>
      <p:ext uri="{BB962C8B-B14F-4D97-AF65-F5344CB8AC3E}">
        <p14:creationId xmlns:p14="http://schemas.microsoft.com/office/powerpoint/2010/main" val="2116146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BA7DD0-C474-FFCB-02CA-E5CF6B26ABFE}"/>
              </a:ext>
            </a:extLst>
          </p:cNvPr>
          <p:cNvSpPr>
            <a:spLocks noGrp="1"/>
          </p:cNvSpPr>
          <p:nvPr>
            <p:ph type="title"/>
          </p:nvPr>
        </p:nvSpPr>
        <p:spPr>
          <a:xfrm>
            <a:off x="762000" y="1138036"/>
            <a:ext cx="4085665" cy="1053621"/>
          </a:xfrm>
        </p:spPr>
        <p:txBody>
          <a:bodyPr anchor="t">
            <a:normAutofit/>
          </a:bodyPr>
          <a:lstStyle/>
          <a:p>
            <a:r>
              <a:rPr lang="nl-NL" sz="3200" noProof="0"/>
              <a:t>Inhoud</a:t>
            </a:r>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F616D1B4-C5E0-508A-E90D-2B05A11D31F5}"/>
              </a:ext>
            </a:extLst>
          </p:cNvPr>
          <p:cNvSpPr>
            <a:spLocks noGrp="1"/>
          </p:cNvSpPr>
          <p:nvPr>
            <p:ph idx="1"/>
          </p:nvPr>
        </p:nvSpPr>
        <p:spPr>
          <a:xfrm>
            <a:off x="762000" y="2551176"/>
            <a:ext cx="4085665" cy="3591207"/>
          </a:xfrm>
        </p:spPr>
        <p:txBody>
          <a:bodyPr>
            <a:normAutofit/>
          </a:bodyPr>
          <a:lstStyle/>
          <a:p>
            <a:r>
              <a:rPr lang="en-NL" sz="2000" noProof="0" dirty="0"/>
              <a:t>Context</a:t>
            </a:r>
          </a:p>
          <a:p>
            <a:r>
              <a:rPr lang="en-NL" sz="2000" dirty="0" err="1"/>
              <a:t>Opdracht</a:t>
            </a:r>
            <a:endParaRPr lang="en-NL" sz="2000" dirty="0"/>
          </a:p>
          <a:p>
            <a:r>
              <a:rPr lang="en-NL" sz="2000" noProof="0" dirty="0" err="1"/>
              <a:t>Realisatie</a:t>
            </a:r>
            <a:endParaRPr lang="en-NL" sz="2000" noProof="0" dirty="0"/>
          </a:p>
          <a:p>
            <a:pPr lvl="1"/>
            <a:r>
              <a:rPr lang="en-NL" sz="1600" dirty="0"/>
              <a:t>Software</a:t>
            </a:r>
          </a:p>
          <a:p>
            <a:pPr lvl="1"/>
            <a:r>
              <a:rPr lang="en-NL" sz="1600" noProof="0" dirty="0"/>
              <a:t>Hardware</a:t>
            </a:r>
          </a:p>
          <a:p>
            <a:pPr lvl="1"/>
            <a:r>
              <a:rPr lang="en-NL" sz="1600" noProof="0" dirty="0" err="1"/>
              <a:t>Mechanica</a:t>
            </a:r>
            <a:endParaRPr lang="en-NL" sz="1600" noProof="0" dirty="0"/>
          </a:p>
          <a:p>
            <a:r>
              <a:rPr lang="en-NL" sz="2000" noProof="0" dirty="0"/>
              <a:t>Demo</a:t>
            </a:r>
          </a:p>
          <a:p>
            <a:r>
              <a:rPr lang="en-NL" sz="2000" dirty="0" err="1"/>
              <a:t>Conclusie</a:t>
            </a:r>
            <a:endParaRPr lang="en-NL" sz="2000" dirty="0"/>
          </a:p>
          <a:p>
            <a:r>
              <a:rPr lang="en-NL" sz="2000" noProof="0" dirty="0" err="1"/>
              <a:t>Zelfreflectie</a:t>
            </a:r>
            <a:endParaRPr lang="en-NL" sz="2000" noProof="0" dirty="0"/>
          </a:p>
          <a:p>
            <a:endParaRPr lang="en-NL" sz="2000" noProof="0" dirty="0"/>
          </a:p>
          <a:p>
            <a:pPr lvl="1"/>
            <a:endParaRPr lang="nl-NL" sz="1600" noProof="0" dirty="0"/>
          </a:p>
        </p:txBody>
      </p:sp>
      <p:pic>
        <p:nvPicPr>
          <p:cNvPr id="4" name="Picture 13" descr="Close-up van een verlichte printplaat">
            <a:extLst>
              <a:ext uri="{FF2B5EF4-FFF2-40B4-BE49-F238E27FC236}">
                <a16:creationId xmlns:a16="http://schemas.microsoft.com/office/drawing/2014/main" id="{9B40F7D0-F810-7A4F-79AB-AF0119CDAE5E}"/>
              </a:ext>
            </a:extLst>
          </p:cNvPr>
          <p:cNvPicPr>
            <a:picLocks noChangeAspect="1"/>
          </p:cNvPicPr>
          <p:nvPr/>
        </p:nvPicPr>
        <p:blipFill>
          <a:blip r:embed="rId2"/>
          <a:srcRect l="12908" r="18897"/>
          <a:stretch>
            <a:fillRect/>
          </a:stretch>
        </p:blipFill>
        <p:spPr>
          <a:xfrm>
            <a:off x="5650992" y="10"/>
            <a:ext cx="6541008" cy="6857990"/>
          </a:xfrm>
          <a:prstGeom prst="rect">
            <a:avLst/>
          </a:prstGeom>
        </p:spPr>
      </p:pic>
    </p:spTree>
    <p:extLst>
      <p:ext uri="{BB962C8B-B14F-4D97-AF65-F5344CB8AC3E}">
        <p14:creationId xmlns:p14="http://schemas.microsoft.com/office/powerpoint/2010/main" val="2680237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28CFA3-307D-6E5D-AD3D-AD4DFD394AD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FCD8B8E-F5BB-5D7D-3BC2-2D38C87933F9}"/>
              </a:ext>
            </a:extLst>
          </p:cNvPr>
          <p:cNvSpPr>
            <a:spLocks noGrp="1"/>
          </p:cNvSpPr>
          <p:nvPr>
            <p:ph type="title"/>
          </p:nvPr>
        </p:nvSpPr>
        <p:spPr>
          <a:xfrm>
            <a:off x="762000" y="1138036"/>
            <a:ext cx="4085665" cy="1402470"/>
          </a:xfrm>
        </p:spPr>
        <p:txBody>
          <a:bodyPr anchor="t">
            <a:normAutofit/>
          </a:bodyPr>
          <a:lstStyle/>
          <a:p>
            <a:r>
              <a:rPr lang="nl-NL" sz="3200" noProof="0"/>
              <a:t>Context</a:t>
            </a:r>
          </a:p>
        </p:txBody>
      </p:sp>
      <p:cxnSp>
        <p:nvCxnSpPr>
          <p:cNvPr id="23" name="Straight Connector 22">
            <a:extLst>
              <a:ext uri="{FF2B5EF4-FFF2-40B4-BE49-F238E27FC236}">
                <a16:creationId xmlns:a16="http://schemas.microsoft.com/office/drawing/2014/main" id="{A9F81398-4257-5C9B-F410-E1E0EB127D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854C7DC2-97C2-83A4-EA0D-ADEEDF11AB3A}"/>
              </a:ext>
            </a:extLst>
          </p:cNvPr>
          <p:cNvSpPr>
            <a:spLocks noGrp="1"/>
          </p:cNvSpPr>
          <p:nvPr>
            <p:ph idx="1"/>
          </p:nvPr>
        </p:nvSpPr>
        <p:spPr>
          <a:xfrm>
            <a:off x="762000" y="2551176"/>
            <a:ext cx="4085665" cy="3591207"/>
          </a:xfrm>
        </p:spPr>
        <p:txBody>
          <a:bodyPr>
            <a:normAutofit/>
          </a:bodyPr>
          <a:lstStyle/>
          <a:p>
            <a:r>
              <a:rPr lang="nl-NL" sz="2000" noProof="0"/>
              <a:t>Leerbedrijf – RDM</a:t>
            </a:r>
          </a:p>
          <a:p>
            <a:r>
              <a:rPr lang="nl-NL" sz="2000" noProof="0"/>
              <a:t>Radar technologie</a:t>
            </a:r>
          </a:p>
          <a:p>
            <a:r>
              <a:rPr lang="nl-NL" sz="2000" noProof="0"/>
              <a:t>Antennes</a:t>
            </a:r>
          </a:p>
          <a:p>
            <a:r>
              <a:rPr lang="nl-NL" sz="2000" noProof="0"/>
              <a:t>frequentie modulated constant wave (FMCW)</a:t>
            </a:r>
          </a:p>
          <a:p>
            <a:endParaRPr lang="nl-NL" sz="2000" noProof="0"/>
          </a:p>
        </p:txBody>
      </p:sp>
      <p:pic>
        <p:nvPicPr>
          <p:cNvPr id="5" name="Picture 4" descr="Afbeelding met buitenshuis, hemel, wolk, landschap&#10;&#10;Door AI gegenereerde inhoud is mogelijk onjuist.">
            <a:extLst>
              <a:ext uri="{FF2B5EF4-FFF2-40B4-BE49-F238E27FC236}">
                <a16:creationId xmlns:a16="http://schemas.microsoft.com/office/drawing/2014/main" id="{78696089-2730-7C1A-F8D7-13B898D49B8C}"/>
              </a:ext>
            </a:extLst>
          </p:cNvPr>
          <p:cNvPicPr>
            <a:picLocks noChangeAspect="1"/>
          </p:cNvPicPr>
          <p:nvPr/>
        </p:nvPicPr>
        <p:blipFill>
          <a:blip r:embed="rId3"/>
          <a:srcRect l="13197" r="33153"/>
          <a:stretch>
            <a:fillRect/>
          </a:stretch>
        </p:blipFill>
        <p:spPr>
          <a:xfrm>
            <a:off x="5650992" y="10"/>
            <a:ext cx="6541008" cy="6857990"/>
          </a:xfrm>
          <a:prstGeom prst="rect">
            <a:avLst/>
          </a:prstGeom>
        </p:spPr>
      </p:pic>
    </p:spTree>
    <p:extLst>
      <p:ext uri="{BB962C8B-B14F-4D97-AF65-F5344CB8AC3E}">
        <p14:creationId xmlns:p14="http://schemas.microsoft.com/office/powerpoint/2010/main" val="4138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49DAC5-765C-EA77-48ED-D34D3F6EF724}"/>
              </a:ext>
            </a:extLst>
          </p:cNvPr>
          <p:cNvSpPr>
            <a:spLocks noGrp="1"/>
          </p:cNvSpPr>
          <p:nvPr>
            <p:ph type="title"/>
          </p:nvPr>
        </p:nvSpPr>
        <p:spPr>
          <a:xfrm>
            <a:off x="8153400" y="1128094"/>
            <a:ext cx="3434180" cy="1415270"/>
          </a:xfrm>
        </p:spPr>
        <p:txBody>
          <a:bodyPr anchor="t">
            <a:normAutofit/>
          </a:bodyPr>
          <a:lstStyle/>
          <a:p>
            <a:r>
              <a:rPr lang="nl-NL" sz="3200" noProof="0"/>
              <a:t>Opdracht</a:t>
            </a:r>
          </a:p>
        </p:txBody>
      </p:sp>
      <p:pic>
        <p:nvPicPr>
          <p:cNvPr id="4" name="Picture 13" descr="Elektronica protoboard">
            <a:extLst>
              <a:ext uri="{FF2B5EF4-FFF2-40B4-BE49-F238E27FC236}">
                <a16:creationId xmlns:a16="http://schemas.microsoft.com/office/drawing/2014/main" id="{98BBE916-A869-59BA-09B7-0B48FCAC8A5D}"/>
              </a:ext>
            </a:extLst>
          </p:cNvPr>
          <p:cNvPicPr>
            <a:picLocks noChangeAspect="1"/>
          </p:cNvPicPr>
          <p:nvPr/>
        </p:nvPicPr>
        <p:blipFill>
          <a:blip r:embed="rId3"/>
          <a:srcRect r="26294" b="-1"/>
          <a:stretch>
            <a:fillRect/>
          </a:stretch>
        </p:blipFill>
        <p:spPr>
          <a:xfrm>
            <a:off x="-9886" y="10"/>
            <a:ext cx="7572605" cy="6857990"/>
          </a:xfrm>
          <a:prstGeom prst="rect">
            <a:avLst/>
          </a:prstGeom>
        </p:spPr>
      </p:pic>
      <p:cxnSp>
        <p:nvCxnSpPr>
          <p:cNvPr id="18" name="Straight Connector 17">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3F2E7316-7C20-58A8-B103-68F6E84BD183}"/>
              </a:ext>
            </a:extLst>
          </p:cNvPr>
          <p:cNvSpPr>
            <a:spLocks noGrp="1"/>
          </p:cNvSpPr>
          <p:nvPr>
            <p:ph idx="1"/>
          </p:nvPr>
        </p:nvSpPr>
        <p:spPr>
          <a:xfrm>
            <a:off x="8153400" y="2543364"/>
            <a:ext cx="3434180" cy="3599019"/>
          </a:xfrm>
        </p:spPr>
        <p:txBody>
          <a:bodyPr>
            <a:normAutofit/>
          </a:bodyPr>
          <a:lstStyle/>
          <a:p>
            <a:r>
              <a:rPr lang="nl-NL" sz="2000" noProof="0"/>
              <a:t>3D printen en CNC</a:t>
            </a:r>
            <a:r>
              <a:rPr lang="en-NL" sz="2000" noProof="0"/>
              <a:t>.</a:t>
            </a:r>
            <a:endParaRPr lang="nl-NL" sz="2000" noProof="0"/>
          </a:p>
          <a:p>
            <a:r>
              <a:rPr lang="nl-NL" sz="2000" noProof="0"/>
              <a:t>Testen 3D print.</a:t>
            </a:r>
          </a:p>
          <a:p>
            <a:r>
              <a:rPr lang="nl-NL" sz="2000" noProof="0"/>
              <a:t>Locatie bepaling en aansturing scheiden.</a:t>
            </a:r>
            <a:endParaRPr lang="en-NL" sz="2000" noProof="0"/>
          </a:p>
          <a:p>
            <a:endParaRPr lang="en-NL" sz="2000"/>
          </a:p>
          <a:p>
            <a:r>
              <a:rPr lang="en-NL" sz="2000" noProof="0"/>
              <a:t>Additive, subtractive.</a:t>
            </a:r>
          </a:p>
          <a:p>
            <a:r>
              <a:rPr lang="en-NL" sz="2000"/>
              <a:t>5 assen.</a:t>
            </a:r>
          </a:p>
          <a:p>
            <a:r>
              <a:rPr lang="nl-NL" sz="2000" noProof="0"/>
              <a:t>S</a:t>
            </a:r>
            <a:r>
              <a:rPr lang="en-NL" sz="2000" noProof="0"/>
              <a:t>ensoren &amp; actuatoren verwisselbaar.</a:t>
            </a:r>
            <a:endParaRPr lang="nl-NL" sz="2000" noProof="0"/>
          </a:p>
          <a:p>
            <a:endParaRPr lang="nl-NL" sz="2000" noProof="0"/>
          </a:p>
          <a:p>
            <a:endParaRPr lang="nl-NL" sz="2000" noProof="0"/>
          </a:p>
          <a:p>
            <a:endParaRPr lang="nl-NL" sz="2000" noProof="0"/>
          </a:p>
        </p:txBody>
      </p:sp>
    </p:spTree>
    <p:extLst>
      <p:ext uri="{BB962C8B-B14F-4D97-AF65-F5344CB8AC3E}">
        <p14:creationId xmlns:p14="http://schemas.microsoft.com/office/powerpoint/2010/main" val="1546574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0" name="Rectangle 19">
            <a:extLst>
              <a:ext uri="{FF2B5EF4-FFF2-40B4-BE49-F238E27FC236}">
                <a16:creationId xmlns:a16="http://schemas.microsoft.com/office/drawing/2014/main" id="{8B068B58-6F94-4AFF-A8A7-18573884D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pic>
        <p:nvPicPr>
          <p:cNvPr id="22" name="Picture 21">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tangle 25">
            <a:extLst>
              <a:ext uri="{FF2B5EF4-FFF2-40B4-BE49-F238E27FC236}">
                <a16:creationId xmlns:a16="http://schemas.microsoft.com/office/drawing/2014/main" id="{BE5B028C-7535-45E5-9D2C-32C50D0E0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1" noProof="0" dirty="0">
              <a:ln w="22225">
                <a:solidFill>
                  <a:schemeClr val="accent2"/>
                </a:solidFill>
                <a:prstDash val="solid"/>
              </a:ln>
              <a:solidFill>
                <a:schemeClr val="accent2">
                  <a:lumMod val="40000"/>
                  <a:lumOff val="60000"/>
                </a:schemeClr>
              </a:solidFill>
            </a:endParaRPr>
          </a:p>
        </p:txBody>
      </p:sp>
      <p:sp>
        <p:nvSpPr>
          <p:cNvPr id="2" name="Titel 1">
            <a:extLst>
              <a:ext uri="{FF2B5EF4-FFF2-40B4-BE49-F238E27FC236}">
                <a16:creationId xmlns:a16="http://schemas.microsoft.com/office/drawing/2014/main" id="{A5CC0AE6-9365-E163-F917-92C257C39CE7}"/>
              </a:ext>
            </a:extLst>
          </p:cNvPr>
          <p:cNvSpPr>
            <a:spLocks noGrp="1"/>
          </p:cNvSpPr>
          <p:nvPr>
            <p:ph type="title"/>
          </p:nvPr>
        </p:nvSpPr>
        <p:spPr>
          <a:xfrm>
            <a:off x="1084681" y="1083183"/>
            <a:ext cx="4997189" cy="1153236"/>
          </a:xfrm>
        </p:spPr>
        <p:txBody>
          <a:bodyPr anchor="b">
            <a:normAutofit/>
          </a:bodyPr>
          <a:lstStyle/>
          <a:p>
            <a:r>
              <a:rPr lang="nl-NL" sz="4800" noProof="0" dirty="0"/>
              <a:t>Opdracht</a:t>
            </a:r>
          </a:p>
        </p:txBody>
      </p:sp>
      <p:sp>
        <p:nvSpPr>
          <p:cNvPr id="11" name="Tijdelijke aanduiding voor inhoud 10">
            <a:extLst>
              <a:ext uri="{FF2B5EF4-FFF2-40B4-BE49-F238E27FC236}">
                <a16:creationId xmlns:a16="http://schemas.microsoft.com/office/drawing/2014/main" id="{B817103A-577A-14E1-5F0A-BF42A5360782}"/>
              </a:ext>
            </a:extLst>
          </p:cNvPr>
          <p:cNvSpPr>
            <a:spLocks noGrp="1"/>
          </p:cNvSpPr>
          <p:nvPr>
            <p:ph idx="1"/>
          </p:nvPr>
        </p:nvSpPr>
        <p:spPr>
          <a:xfrm>
            <a:off x="1191966" y="2965593"/>
            <a:ext cx="4997189" cy="2941544"/>
          </a:xfrm>
        </p:spPr>
        <p:txBody>
          <a:bodyPr>
            <a:normAutofit/>
          </a:bodyPr>
          <a:lstStyle/>
          <a:p>
            <a:r>
              <a:rPr lang="nl-NL" sz="1800" noProof="0" dirty="0"/>
              <a:t>Oude situatie</a:t>
            </a:r>
          </a:p>
        </p:txBody>
      </p:sp>
      <p:pic>
        <p:nvPicPr>
          <p:cNvPr id="12" name="Tijdelijke aanduiding voor inhoud 8" descr="Afbeelding met tekst, schermopname, diagram, Lettertype&#10;&#10;Door AI gegenereerde inhoud is mogelijk onjuist.">
            <a:extLst>
              <a:ext uri="{FF2B5EF4-FFF2-40B4-BE49-F238E27FC236}">
                <a16:creationId xmlns:a16="http://schemas.microsoft.com/office/drawing/2014/main" id="{E420B50B-B74A-F5E4-35E9-F60EC9A21C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515" y="720415"/>
            <a:ext cx="5025449" cy="3341924"/>
          </a:xfrm>
          <a:prstGeom prst="rect">
            <a:avLst/>
          </a:prstGeom>
        </p:spPr>
      </p:pic>
      <p:pic>
        <p:nvPicPr>
          <p:cNvPr id="13" name="Tijdelijke aanduiding voor inhoud 4" descr="Afbeelding met tekst, schermopname, diagram, Lettertype&#10;&#10;Door AI gegenereerde inhoud is mogelijk onjuist.">
            <a:extLst>
              <a:ext uri="{FF2B5EF4-FFF2-40B4-BE49-F238E27FC236}">
                <a16:creationId xmlns:a16="http://schemas.microsoft.com/office/drawing/2014/main" id="{E9D1CDD7-00EC-3692-08C7-87518BC3B2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279" y="3256224"/>
            <a:ext cx="4807699" cy="2872601"/>
          </a:xfrm>
          <a:prstGeom prst="rect">
            <a:avLst/>
          </a:prstGeom>
        </p:spPr>
      </p:pic>
      <p:sp>
        <p:nvSpPr>
          <p:cNvPr id="15" name="Tijdelijke aanduiding voor inhoud 10">
            <a:extLst>
              <a:ext uri="{FF2B5EF4-FFF2-40B4-BE49-F238E27FC236}">
                <a16:creationId xmlns:a16="http://schemas.microsoft.com/office/drawing/2014/main" id="{989C787B-ED24-259D-DA5A-096BBB7B4487}"/>
              </a:ext>
            </a:extLst>
          </p:cNvPr>
          <p:cNvSpPr txBox="1">
            <a:spLocks/>
          </p:cNvSpPr>
          <p:nvPr/>
        </p:nvSpPr>
        <p:spPr>
          <a:xfrm>
            <a:off x="6973293" y="4066719"/>
            <a:ext cx="4997189" cy="29415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1800" noProof="0" dirty="0"/>
              <a:t>Nieuwe situatie</a:t>
            </a:r>
          </a:p>
        </p:txBody>
      </p:sp>
    </p:spTree>
    <p:extLst>
      <p:ext uri="{BB962C8B-B14F-4D97-AF65-F5344CB8AC3E}">
        <p14:creationId xmlns:p14="http://schemas.microsoft.com/office/powerpoint/2010/main" val="2119706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FA6E9-0A0A-833A-4843-D98B4A031136}"/>
              </a:ext>
            </a:extLst>
          </p:cNvPr>
          <p:cNvSpPr>
            <a:spLocks noGrp="1"/>
          </p:cNvSpPr>
          <p:nvPr>
            <p:ph type="title"/>
          </p:nvPr>
        </p:nvSpPr>
        <p:spPr>
          <a:xfrm>
            <a:off x="8153400" y="1128094"/>
            <a:ext cx="3434180" cy="1415270"/>
          </a:xfrm>
        </p:spPr>
        <p:txBody>
          <a:bodyPr anchor="t">
            <a:normAutofit/>
          </a:bodyPr>
          <a:lstStyle/>
          <a:p>
            <a:r>
              <a:rPr lang="nl-NL" sz="3200" noProof="0" dirty="0"/>
              <a:t>Wat heb ik gerealiseerd</a:t>
            </a:r>
          </a:p>
        </p:txBody>
      </p:sp>
      <p:sp>
        <p:nvSpPr>
          <p:cNvPr id="10" name="Rectangle 9">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cxnSp>
        <p:nvCxnSpPr>
          <p:cNvPr id="12" name="Straight Connector 11">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A6F1AE2C-58F6-57ED-F461-51AAA2F60CC4}"/>
              </a:ext>
            </a:extLst>
          </p:cNvPr>
          <p:cNvSpPr>
            <a:spLocks noGrp="1"/>
          </p:cNvSpPr>
          <p:nvPr>
            <p:ph idx="1"/>
          </p:nvPr>
        </p:nvSpPr>
        <p:spPr>
          <a:xfrm>
            <a:off x="8153400" y="2543364"/>
            <a:ext cx="3434180" cy="3599019"/>
          </a:xfrm>
        </p:spPr>
        <p:txBody>
          <a:bodyPr>
            <a:normAutofit/>
          </a:bodyPr>
          <a:lstStyle/>
          <a:p>
            <a:r>
              <a:rPr lang="nl-NL" sz="2000" noProof="0" dirty="0"/>
              <a:t>Hardware</a:t>
            </a:r>
          </a:p>
          <a:p>
            <a:r>
              <a:rPr lang="nl-NL" sz="2000" noProof="0" dirty="0"/>
              <a:t>Software</a:t>
            </a:r>
          </a:p>
          <a:p>
            <a:r>
              <a:rPr lang="nl-NL" sz="2000" noProof="0" dirty="0"/>
              <a:t>Mechanica</a:t>
            </a:r>
          </a:p>
          <a:p>
            <a:endParaRPr lang="nl-NL" sz="2000" noProof="0" dirty="0"/>
          </a:p>
        </p:txBody>
      </p:sp>
      <p:pic>
        <p:nvPicPr>
          <p:cNvPr id="7" name="Afbeelding 6">
            <a:extLst>
              <a:ext uri="{FF2B5EF4-FFF2-40B4-BE49-F238E27FC236}">
                <a16:creationId xmlns:a16="http://schemas.microsoft.com/office/drawing/2014/main" id="{6863DD7F-2A33-79E5-8642-712B9B79B341}"/>
              </a:ext>
            </a:extLst>
          </p:cNvPr>
          <p:cNvPicPr>
            <a:picLocks noChangeAspect="1"/>
          </p:cNvPicPr>
          <p:nvPr/>
        </p:nvPicPr>
        <p:blipFill>
          <a:blip r:embed="rId2"/>
          <a:stretch>
            <a:fillRect/>
          </a:stretch>
        </p:blipFill>
        <p:spPr>
          <a:xfrm>
            <a:off x="429797" y="1255119"/>
            <a:ext cx="6716862" cy="4347762"/>
          </a:xfrm>
          <a:prstGeom prst="rect">
            <a:avLst/>
          </a:prstGeom>
        </p:spPr>
      </p:pic>
    </p:spTree>
    <p:extLst>
      <p:ext uri="{BB962C8B-B14F-4D97-AF65-F5344CB8AC3E}">
        <p14:creationId xmlns:p14="http://schemas.microsoft.com/office/powerpoint/2010/main" val="2222343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23608E-26BD-7835-E7E3-5D620507B2E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0" name="Rectangle 19">
            <a:extLst>
              <a:ext uri="{FF2B5EF4-FFF2-40B4-BE49-F238E27FC236}">
                <a16:creationId xmlns:a16="http://schemas.microsoft.com/office/drawing/2014/main" id="{8B068B58-6F94-4AFF-A8A7-18573884D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pic>
        <p:nvPicPr>
          <p:cNvPr id="22" name="Picture 21">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tangle 25">
            <a:extLst>
              <a:ext uri="{FF2B5EF4-FFF2-40B4-BE49-F238E27FC236}">
                <a16:creationId xmlns:a16="http://schemas.microsoft.com/office/drawing/2014/main" id="{BE5B028C-7535-45E5-9D2C-32C50D0E0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1" noProof="0" dirty="0">
              <a:ln w="22225">
                <a:solidFill>
                  <a:schemeClr val="accent2"/>
                </a:solidFill>
                <a:prstDash val="solid"/>
              </a:ln>
              <a:solidFill>
                <a:schemeClr val="accent2">
                  <a:lumMod val="40000"/>
                  <a:lumOff val="60000"/>
                </a:schemeClr>
              </a:solidFill>
            </a:endParaRPr>
          </a:p>
        </p:txBody>
      </p:sp>
      <p:sp>
        <p:nvSpPr>
          <p:cNvPr id="2" name="Titel 1">
            <a:extLst>
              <a:ext uri="{FF2B5EF4-FFF2-40B4-BE49-F238E27FC236}">
                <a16:creationId xmlns:a16="http://schemas.microsoft.com/office/drawing/2014/main" id="{942F5DBF-D4F7-3D4B-C2AD-55B381BAFCBA}"/>
              </a:ext>
            </a:extLst>
          </p:cNvPr>
          <p:cNvSpPr>
            <a:spLocks noGrp="1"/>
          </p:cNvSpPr>
          <p:nvPr>
            <p:ph type="title"/>
          </p:nvPr>
        </p:nvSpPr>
        <p:spPr>
          <a:xfrm>
            <a:off x="1191966" y="900622"/>
            <a:ext cx="4997189" cy="1893524"/>
          </a:xfrm>
        </p:spPr>
        <p:txBody>
          <a:bodyPr anchor="b">
            <a:normAutofit/>
          </a:bodyPr>
          <a:lstStyle/>
          <a:p>
            <a:r>
              <a:rPr lang="nl-NL" sz="4800" noProof="0" dirty="0"/>
              <a:t>Ontwerpen software</a:t>
            </a:r>
          </a:p>
        </p:txBody>
      </p:sp>
      <p:sp>
        <p:nvSpPr>
          <p:cNvPr id="3" name="Tijdelijke aanduiding voor inhoud 2">
            <a:extLst>
              <a:ext uri="{FF2B5EF4-FFF2-40B4-BE49-F238E27FC236}">
                <a16:creationId xmlns:a16="http://schemas.microsoft.com/office/drawing/2014/main" id="{40443B8A-0C93-5742-E100-240416B53CC9}"/>
              </a:ext>
            </a:extLst>
          </p:cNvPr>
          <p:cNvSpPr>
            <a:spLocks noGrp="1"/>
          </p:cNvSpPr>
          <p:nvPr>
            <p:ph idx="1"/>
          </p:nvPr>
        </p:nvSpPr>
        <p:spPr>
          <a:xfrm>
            <a:off x="974405" y="5358064"/>
            <a:ext cx="3159184" cy="385403"/>
          </a:xfrm>
        </p:spPr>
        <p:txBody>
          <a:bodyPr>
            <a:normAutofit fontScale="85000" lnSpcReduction="10000"/>
          </a:bodyPr>
          <a:lstStyle/>
          <a:p>
            <a:pPr marL="0" indent="0">
              <a:buNone/>
            </a:pPr>
            <a:r>
              <a:rPr lang="nl-NL" sz="1800" noProof="0" dirty="0"/>
              <a:t>Rechte beweging model. (G0, G1</a:t>
            </a:r>
          </a:p>
        </p:txBody>
      </p:sp>
      <p:pic>
        <p:nvPicPr>
          <p:cNvPr id="7" name="Afbeelding 6">
            <a:extLst>
              <a:ext uri="{FF2B5EF4-FFF2-40B4-BE49-F238E27FC236}">
                <a16:creationId xmlns:a16="http://schemas.microsoft.com/office/drawing/2014/main" id="{081C23C0-AB5F-C052-3C5A-436D219299AE}"/>
              </a:ext>
            </a:extLst>
          </p:cNvPr>
          <p:cNvPicPr>
            <a:picLocks noChangeAspect="1"/>
          </p:cNvPicPr>
          <p:nvPr/>
        </p:nvPicPr>
        <p:blipFill>
          <a:blip r:embed="rId4"/>
          <a:stretch>
            <a:fillRect/>
          </a:stretch>
        </p:blipFill>
        <p:spPr>
          <a:xfrm>
            <a:off x="5195944" y="1419219"/>
            <a:ext cx="4890576" cy="1931777"/>
          </a:xfrm>
          <a:prstGeom prst="rect">
            <a:avLst/>
          </a:prstGeom>
        </p:spPr>
      </p:pic>
      <p:pic>
        <p:nvPicPr>
          <p:cNvPr id="11" name="Afbeelding 10">
            <a:extLst>
              <a:ext uri="{FF2B5EF4-FFF2-40B4-BE49-F238E27FC236}">
                <a16:creationId xmlns:a16="http://schemas.microsoft.com/office/drawing/2014/main" id="{14DD8D3D-1864-733E-49FD-82CF81C70A64}"/>
              </a:ext>
            </a:extLst>
          </p:cNvPr>
          <p:cNvPicPr>
            <a:picLocks noChangeAspect="1"/>
          </p:cNvPicPr>
          <p:nvPr/>
        </p:nvPicPr>
        <p:blipFill>
          <a:blip r:embed="rId5"/>
          <a:stretch>
            <a:fillRect/>
          </a:stretch>
        </p:blipFill>
        <p:spPr>
          <a:xfrm>
            <a:off x="974405" y="3869593"/>
            <a:ext cx="4890576" cy="1418266"/>
          </a:xfrm>
          <a:prstGeom prst="rect">
            <a:avLst/>
          </a:prstGeom>
        </p:spPr>
      </p:pic>
      <p:pic>
        <p:nvPicPr>
          <p:cNvPr id="13" name="Afbeelding 12">
            <a:extLst>
              <a:ext uri="{FF2B5EF4-FFF2-40B4-BE49-F238E27FC236}">
                <a16:creationId xmlns:a16="http://schemas.microsoft.com/office/drawing/2014/main" id="{18BD8C4A-46BF-F38B-ADEE-71193176070D}"/>
              </a:ext>
            </a:extLst>
          </p:cNvPr>
          <p:cNvPicPr>
            <a:picLocks noChangeAspect="1"/>
          </p:cNvPicPr>
          <p:nvPr/>
        </p:nvPicPr>
        <p:blipFill>
          <a:blip r:embed="rId6"/>
          <a:stretch>
            <a:fillRect/>
          </a:stretch>
        </p:blipFill>
        <p:spPr>
          <a:xfrm>
            <a:off x="10637578" y="778740"/>
            <a:ext cx="914528" cy="924054"/>
          </a:xfrm>
          <a:prstGeom prst="rect">
            <a:avLst/>
          </a:prstGeom>
        </p:spPr>
      </p:pic>
      <p:sp>
        <p:nvSpPr>
          <p:cNvPr id="15" name="Tekstvak 14">
            <a:extLst>
              <a:ext uri="{FF2B5EF4-FFF2-40B4-BE49-F238E27FC236}">
                <a16:creationId xmlns:a16="http://schemas.microsoft.com/office/drawing/2014/main" id="{FFCAEB50-3C4C-6993-5E05-39F4D8E35B24}"/>
              </a:ext>
            </a:extLst>
          </p:cNvPr>
          <p:cNvSpPr txBox="1"/>
          <p:nvPr/>
        </p:nvSpPr>
        <p:spPr>
          <a:xfrm>
            <a:off x="8047886" y="3425628"/>
            <a:ext cx="6093912" cy="369332"/>
          </a:xfrm>
          <a:prstGeom prst="rect">
            <a:avLst/>
          </a:prstGeom>
          <a:noFill/>
        </p:spPr>
        <p:txBody>
          <a:bodyPr wrap="square">
            <a:spAutoFit/>
          </a:bodyPr>
          <a:lstStyle/>
          <a:p>
            <a:pPr marL="0" indent="0">
              <a:buNone/>
            </a:pPr>
            <a:r>
              <a:rPr lang="nl-NL" sz="1800" noProof="0" dirty="0"/>
              <a:t>Cirkel beweging model. (G2, G3)</a:t>
            </a:r>
          </a:p>
        </p:txBody>
      </p:sp>
    </p:spTree>
    <p:extLst>
      <p:ext uri="{BB962C8B-B14F-4D97-AF65-F5344CB8AC3E}">
        <p14:creationId xmlns:p14="http://schemas.microsoft.com/office/powerpoint/2010/main" val="1512132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9C519F-593D-EB9D-FBAE-B2CF49E0A661}"/>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6FA63AC-DA05-5D3E-C08B-E40A46E04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0" name="Rectangle 19">
            <a:extLst>
              <a:ext uri="{FF2B5EF4-FFF2-40B4-BE49-F238E27FC236}">
                <a16:creationId xmlns:a16="http://schemas.microsoft.com/office/drawing/2014/main" id="{9F17E71F-ADC4-471C-3C2E-46D3BC1B2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pic>
        <p:nvPicPr>
          <p:cNvPr id="22" name="Picture 21">
            <a:extLst>
              <a:ext uri="{FF2B5EF4-FFF2-40B4-BE49-F238E27FC236}">
                <a16:creationId xmlns:a16="http://schemas.microsoft.com/office/drawing/2014/main" id="{C177F71B-8566-B8F2-0C14-200D9FC7C12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877D40B-35AC-0018-8002-2F7BAAE61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tangle 25">
            <a:extLst>
              <a:ext uri="{FF2B5EF4-FFF2-40B4-BE49-F238E27FC236}">
                <a16:creationId xmlns:a16="http://schemas.microsoft.com/office/drawing/2014/main" id="{A3D38DE2-B013-9D76-B54C-372C05582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1" noProof="0" dirty="0">
              <a:ln w="22225">
                <a:solidFill>
                  <a:schemeClr val="accent2"/>
                </a:solidFill>
                <a:prstDash val="solid"/>
              </a:ln>
              <a:solidFill>
                <a:schemeClr val="accent2">
                  <a:lumMod val="40000"/>
                  <a:lumOff val="60000"/>
                </a:schemeClr>
              </a:solidFill>
            </a:endParaRPr>
          </a:p>
        </p:txBody>
      </p:sp>
      <p:sp>
        <p:nvSpPr>
          <p:cNvPr id="2" name="Titel 1">
            <a:extLst>
              <a:ext uri="{FF2B5EF4-FFF2-40B4-BE49-F238E27FC236}">
                <a16:creationId xmlns:a16="http://schemas.microsoft.com/office/drawing/2014/main" id="{096B59F4-2B6F-6D1D-5E4D-52C38B452D8A}"/>
              </a:ext>
            </a:extLst>
          </p:cNvPr>
          <p:cNvSpPr>
            <a:spLocks noGrp="1"/>
          </p:cNvSpPr>
          <p:nvPr>
            <p:ph type="title"/>
          </p:nvPr>
        </p:nvSpPr>
        <p:spPr>
          <a:xfrm>
            <a:off x="1191966" y="900622"/>
            <a:ext cx="4997189" cy="802172"/>
          </a:xfrm>
        </p:spPr>
        <p:txBody>
          <a:bodyPr anchor="b">
            <a:normAutofit/>
          </a:bodyPr>
          <a:lstStyle/>
          <a:p>
            <a:r>
              <a:rPr lang="nl-NL" sz="4800" noProof="0" dirty="0"/>
              <a:t>Hardware</a:t>
            </a:r>
          </a:p>
        </p:txBody>
      </p:sp>
      <p:sp>
        <p:nvSpPr>
          <p:cNvPr id="3" name="Tijdelijke aanduiding voor inhoud 2">
            <a:extLst>
              <a:ext uri="{FF2B5EF4-FFF2-40B4-BE49-F238E27FC236}">
                <a16:creationId xmlns:a16="http://schemas.microsoft.com/office/drawing/2014/main" id="{B1B5944A-5114-1B82-0833-A8FBF784A4D6}"/>
              </a:ext>
            </a:extLst>
          </p:cNvPr>
          <p:cNvSpPr>
            <a:spLocks noGrp="1"/>
          </p:cNvSpPr>
          <p:nvPr>
            <p:ph idx="1"/>
          </p:nvPr>
        </p:nvSpPr>
        <p:spPr>
          <a:xfrm>
            <a:off x="1047661" y="1874241"/>
            <a:ext cx="3159184" cy="1824613"/>
          </a:xfrm>
        </p:spPr>
        <p:txBody>
          <a:bodyPr>
            <a:normAutofit/>
          </a:bodyPr>
          <a:lstStyle/>
          <a:p>
            <a:r>
              <a:rPr lang="nl-NL" sz="1800" b="1" noProof="0" dirty="0"/>
              <a:t>Sensor</a:t>
            </a:r>
          </a:p>
          <a:p>
            <a:pPr lvl="1"/>
            <a:r>
              <a:rPr lang="nl-NL" sz="1400" noProof="0" dirty="0"/>
              <a:t>Goedkoop</a:t>
            </a:r>
          </a:p>
          <a:p>
            <a:pPr lvl="1"/>
            <a:r>
              <a:rPr lang="nl-NL" sz="1400" noProof="0" dirty="0"/>
              <a:t>Nauwkeurig</a:t>
            </a:r>
          </a:p>
          <a:p>
            <a:pPr lvl="1"/>
            <a:r>
              <a:rPr lang="nl-NL" sz="1400" noProof="0" dirty="0"/>
              <a:t>Flexibel</a:t>
            </a:r>
          </a:p>
        </p:txBody>
      </p:sp>
      <p:pic>
        <p:nvPicPr>
          <p:cNvPr id="6" name="Picture 2" descr="Rotary Encoder 600P/R 2 Channel 6mm (5V NPN) - RobotShop">
            <a:extLst>
              <a:ext uri="{FF2B5EF4-FFF2-40B4-BE49-F238E27FC236}">
                <a16:creationId xmlns:a16="http://schemas.microsoft.com/office/drawing/2014/main" id="{26563E49-D377-81B1-F826-A94F101B92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5471" y="2945385"/>
            <a:ext cx="2696626" cy="269662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rduino A000067">
            <a:extLst>
              <a:ext uri="{FF2B5EF4-FFF2-40B4-BE49-F238E27FC236}">
                <a16:creationId xmlns:a16="http://schemas.microsoft.com/office/drawing/2014/main" id="{B7E6D4AB-8D3A-08ED-FC86-948088BD5F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2279" y="2504765"/>
            <a:ext cx="3378127" cy="2533596"/>
          </a:xfrm>
          <a:prstGeom prst="rect">
            <a:avLst/>
          </a:prstGeom>
          <a:noFill/>
          <a:extLst>
            <a:ext uri="{909E8E84-426E-40DD-AFC4-6F175D3DCCD1}">
              <a14:hiddenFill xmlns:a14="http://schemas.microsoft.com/office/drawing/2010/main">
                <a:solidFill>
                  <a:srgbClr val="FFFFFF"/>
                </a:solidFill>
              </a14:hiddenFill>
            </a:ext>
          </a:extLst>
        </p:spPr>
      </p:pic>
      <p:sp>
        <p:nvSpPr>
          <p:cNvPr id="15" name="Tekstvak 14">
            <a:extLst>
              <a:ext uri="{FF2B5EF4-FFF2-40B4-BE49-F238E27FC236}">
                <a16:creationId xmlns:a16="http://schemas.microsoft.com/office/drawing/2014/main" id="{7E9167F8-919C-2FE6-1105-D16E90FAF403}"/>
              </a:ext>
            </a:extLst>
          </p:cNvPr>
          <p:cNvSpPr txBox="1"/>
          <p:nvPr/>
        </p:nvSpPr>
        <p:spPr>
          <a:xfrm>
            <a:off x="7109904" y="4626348"/>
            <a:ext cx="3778266" cy="1015663"/>
          </a:xfrm>
          <a:prstGeom prst="rect">
            <a:avLst/>
          </a:prstGeom>
          <a:noFill/>
        </p:spPr>
        <p:txBody>
          <a:bodyPr wrap="square">
            <a:spAutoFit/>
          </a:bodyPr>
          <a:lstStyle/>
          <a:p>
            <a:pPr marL="285750" indent="-285750">
              <a:buFont typeface="Arial" panose="020B0604020202020204" pitchFamily="34" charset="0"/>
              <a:buChar char="•"/>
            </a:pPr>
            <a:r>
              <a:rPr lang="nl-NL" sz="1800" b="1" noProof="0" dirty="0"/>
              <a:t>Microcontroller</a:t>
            </a:r>
          </a:p>
          <a:p>
            <a:pPr marL="742950" lvl="1" indent="-285750">
              <a:buFont typeface="Arial" panose="020B0604020202020204" pitchFamily="34" charset="0"/>
              <a:buChar char="•"/>
            </a:pPr>
            <a:r>
              <a:rPr lang="nl-NL" sz="1400" noProof="0" dirty="0"/>
              <a:t>Pinnen</a:t>
            </a:r>
          </a:p>
          <a:p>
            <a:pPr marL="742950" lvl="1" indent="-285750">
              <a:buFont typeface="Arial" panose="020B0604020202020204" pitchFamily="34" charset="0"/>
              <a:buChar char="•"/>
            </a:pPr>
            <a:r>
              <a:rPr lang="nl-NL" sz="1400" noProof="0" dirty="0"/>
              <a:t>Rekenkracht</a:t>
            </a:r>
          </a:p>
          <a:p>
            <a:pPr marL="742950" lvl="1" indent="-285750">
              <a:buFont typeface="Arial" panose="020B0604020202020204" pitchFamily="34" charset="0"/>
              <a:buChar char="•"/>
            </a:pPr>
            <a:r>
              <a:rPr lang="nl-NL" sz="1400" noProof="0" dirty="0" err="1"/>
              <a:t>Proof</a:t>
            </a:r>
            <a:r>
              <a:rPr lang="nl-NL" sz="1400" noProof="0" dirty="0"/>
              <a:t> dat het kan werken</a:t>
            </a:r>
          </a:p>
        </p:txBody>
      </p:sp>
      <p:pic>
        <p:nvPicPr>
          <p:cNvPr id="12" name="Afbeelding 11">
            <a:extLst>
              <a:ext uri="{FF2B5EF4-FFF2-40B4-BE49-F238E27FC236}">
                <a16:creationId xmlns:a16="http://schemas.microsoft.com/office/drawing/2014/main" id="{643825D8-A028-1460-08B1-BE640050AB8A}"/>
              </a:ext>
            </a:extLst>
          </p:cNvPr>
          <p:cNvPicPr>
            <a:picLocks noChangeAspect="1"/>
          </p:cNvPicPr>
          <p:nvPr/>
        </p:nvPicPr>
        <p:blipFill>
          <a:blip r:embed="rId6"/>
          <a:stretch>
            <a:fillRect/>
          </a:stretch>
        </p:blipFill>
        <p:spPr>
          <a:xfrm>
            <a:off x="10169279" y="900622"/>
            <a:ext cx="1437782" cy="683302"/>
          </a:xfrm>
          <a:prstGeom prst="rect">
            <a:avLst/>
          </a:prstGeom>
        </p:spPr>
      </p:pic>
    </p:spTree>
    <p:extLst>
      <p:ext uri="{BB962C8B-B14F-4D97-AF65-F5344CB8AC3E}">
        <p14:creationId xmlns:p14="http://schemas.microsoft.com/office/powerpoint/2010/main" val="2305425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4D4B9-5378-DF40-0DFB-365F33B4DFF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6EE75FA-836D-273F-8A21-72388ED6F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0" name="Rectangle 19">
            <a:extLst>
              <a:ext uri="{FF2B5EF4-FFF2-40B4-BE49-F238E27FC236}">
                <a16:creationId xmlns:a16="http://schemas.microsoft.com/office/drawing/2014/main" id="{5B6736AB-FC1F-B399-3876-9A32DF0F3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pic>
        <p:nvPicPr>
          <p:cNvPr id="22" name="Picture 21">
            <a:extLst>
              <a:ext uri="{FF2B5EF4-FFF2-40B4-BE49-F238E27FC236}">
                <a16:creationId xmlns:a16="http://schemas.microsoft.com/office/drawing/2014/main" id="{E85F9BEB-FE56-BEC2-734A-D3A9F00078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1F0C893C-CB05-FDF2-9CD4-8B9BEA5BF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tangle 25">
            <a:extLst>
              <a:ext uri="{FF2B5EF4-FFF2-40B4-BE49-F238E27FC236}">
                <a16:creationId xmlns:a16="http://schemas.microsoft.com/office/drawing/2014/main" id="{861A5DDF-A82F-A587-93D6-8382E728B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1" noProof="0" dirty="0">
              <a:ln w="22225">
                <a:solidFill>
                  <a:schemeClr val="accent2"/>
                </a:solidFill>
                <a:prstDash val="solid"/>
              </a:ln>
              <a:solidFill>
                <a:schemeClr val="accent2">
                  <a:lumMod val="40000"/>
                  <a:lumOff val="60000"/>
                </a:schemeClr>
              </a:solidFill>
            </a:endParaRPr>
          </a:p>
        </p:txBody>
      </p:sp>
      <p:sp>
        <p:nvSpPr>
          <p:cNvPr id="2" name="Titel 1">
            <a:extLst>
              <a:ext uri="{FF2B5EF4-FFF2-40B4-BE49-F238E27FC236}">
                <a16:creationId xmlns:a16="http://schemas.microsoft.com/office/drawing/2014/main" id="{CC72FCA3-717C-582F-136E-7C9BDA002D9F}"/>
              </a:ext>
            </a:extLst>
          </p:cNvPr>
          <p:cNvSpPr>
            <a:spLocks noGrp="1"/>
          </p:cNvSpPr>
          <p:nvPr>
            <p:ph type="title"/>
          </p:nvPr>
        </p:nvSpPr>
        <p:spPr>
          <a:xfrm>
            <a:off x="1191966" y="900622"/>
            <a:ext cx="4997189" cy="802172"/>
          </a:xfrm>
        </p:spPr>
        <p:txBody>
          <a:bodyPr anchor="b">
            <a:normAutofit/>
          </a:bodyPr>
          <a:lstStyle/>
          <a:p>
            <a:r>
              <a:rPr lang="nl-NL" sz="4800" noProof="0" dirty="0"/>
              <a:t>Mechanica</a:t>
            </a:r>
          </a:p>
        </p:txBody>
      </p:sp>
      <p:pic>
        <p:nvPicPr>
          <p:cNvPr id="13" name="Afbeelding 12">
            <a:extLst>
              <a:ext uri="{FF2B5EF4-FFF2-40B4-BE49-F238E27FC236}">
                <a16:creationId xmlns:a16="http://schemas.microsoft.com/office/drawing/2014/main" id="{90DBE949-BE5F-3010-8F59-B6440D1999B6}"/>
              </a:ext>
            </a:extLst>
          </p:cNvPr>
          <p:cNvPicPr>
            <a:picLocks noChangeAspect="1"/>
          </p:cNvPicPr>
          <p:nvPr/>
        </p:nvPicPr>
        <p:blipFill>
          <a:blip r:embed="rId4"/>
          <a:stretch>
            <a:fillRect/>
          </a:stretch>
        </p:blipFill>
        <p:spPr>
          <a:xfrm>
            <a:off x="10028255" y="830155"/>
            <a:ext cx="1516935" cy="778117"/>
          </a:xfrm>
          <a:prstGeom prst="rect">
            <a:avLst/>
          </a:prstGeom>
        </p:spPr>
      </p:pic>
      <p:pic>
        <p:nvPicPr>
          <p:cNvPr id="16" name="Afbeelding 15">
            <a:extLst>
              <a:ext uri="{FF2B5EF4-FFF2-40B4-BE49-F238E27FC236}">
                <a16:creationId xmlns:a16="http://schemas.microsoft.com/office/drawing/2014/main" id="{CCF89E25-339E-592C-E242-23D7831D1D2B}"/>
              </a:ext>
            </a:extLst>
          </p:cNvPr>
          <p:cNvPicPr>
            <a:picLocks noChangeAspect="1"/>
          </p:cNvPicPr>
          <p:nvPr/>
        </p:nvPicPr>
        <p:blipFill>
          <a:blip r:embed="rId5"/>
          <a:stretch>
            <a:fillRect/>
          </a:stretch>
        </p:blipFill>
        <p:spPr>
          <a:xfrm>
            <a:off x="977090" y="3429000"/>
            <a:ext cx="2007270" cy="2293430"/>
          </a:xfrm>
          <a:prstGeom prst="rect">
            <a:avLst/>
          </a:prstGeom>
        </p:spPr>
      </p:pic>
      <p:pic>
        <p:nvPicPr>
          <p:cNvPr id="19" name="Afbeelding 18">
            <a:extLst>
              <a:ext uri="{FF2B5EF4-FFF2-40B4-BE49-F238E27FC236}">
                <a16:creationId xmlns:a16="http://schemas.microsoft.com/office/drawing/2014/main" id="{0282CC08-B16A-7B52-B510-1EDE03FF75D8}"/>
              </a:ext>
            </a:extLst>
          </p:cNvPr>
          <p:cNvPicPr>
            <a:picLocks noChangeAspect="1"/>
          </p:cNvPicPr>
          <p:nvPr/>
        </p:nvPicPr>
        <p:blipFill>
          <a:blip r:embed="rId6"/>
          <a:stretch>
            <a:fillRect/>
          </a:stretch>
        </p:blipFill>
        <p:spPr>
          <a:xfrm>
            <a:off x="3310119" y="3428998"/>
            <a:ext cx="2251782" cy="2291288"/>
          </a:xfrm>
          <a:prstGeom prst="rect">
            <a:avLst/>
          </a:prstGeom>
        </p:spPr>
      </p:pic>
      <p:pic>
        <p:nvPicPr>
          <p:cNvPr id="27" name="Afbeelding 26">
            <a:extLst>
              <a:ext uri="{FF2B5EF4-FFF2-40B4-BE49-F238E27FC236}">
                <a16:creationId xmlns:a16="http://schemas.microsoft.com/office/drawing/2014/main" id="{39D5C883-EF14-9D7E-6179-A4424B8A2CDB}"/>
              </a:ext>
            </a:extLst>
          </p:cNvPr>
          <p:cNvPicPr>
            <a:picLocks noChangeAspect="1"/>
          </p:cNvPicPr>
          <p:nvPr/>
        </p:nvPicPr>
        <p:blipFill>
          <a:blip r:embed="rId7"/>
          <a:stretch>
            <a:fillRect/>
          </a:stretch>
        </p:blipFill>
        <p:spPr>
          <a:xfrm>
            <a:off x="5887661" y="3428998"/>
            <a:ext cx="2490574" cy="2293431"/>
          </a:xfrm>
          <a:prstGeom prst="rect">
            <a:avLst/>
          </a:prstGeom>
        </p:spPr>
      </p:pic>
      <p:sp>
        <p:nvSpPr>
          <p:cNvPr id="28" name="Tekstvak 27">
            <a:extLst>
              <a:ext uri="{FF2B5EF4-FFF2-40B4-BE49-F238E27FC236}">
                <a16:creationId xmlns:a16="http://schemas.microsoft.com/office/drawing/2014/main" id="{93455183-8DD7-447F-539A-2F8F58F2F0EA}"/>
              </a:ext>
            </a:extLst>
          </p:cNvPr>
          <p:cNvSpPr txBox="1"/>
          <p:nvPr/>
        </p:nvSpPr>
        <p:spPr>
          <a:xfrm>
            <a:off x="977090" y="2431969"/>
            <a:ext cx="1890774" cy="923330"/>
          </a:xfrm>
          <a:prstGeom prst="rect">
            <a:avLst/>
          </a:prstGeom>
          <a:noFill/>
        </p:spPr>
        <p:txBody>
          <a:bodyPr wrap="none" rtlCol="0">
            <a:spAutoFit/>
          </a:bodyPr>
          <a:lstStyle/>
          <a:p>
            <a:pPr marL="285750" indent="-285750">
              <a:buFont typeface="Arial" panose="020B0604020202020204" pitchFamily="34" charset="0"/>
              <a:buChar char="•"/>
            </a:pPr>
            <a:r>
              <a:rPr lang="nl-NL" noProof="0" dirty="0"/>
              <a:t>Instabiel</a:t>
            </a:r>
          </a:p>
          <a:p>
            <a:pPr marL="285750" indent="-285750">
              <a:buFont typeface="Arial" panose="020B0604020202020204" pitchFamily="34" charset="0"/>
              <a:buChar char="•"/>
            </a:pPr>
            <a:r>
              <a:rPr lang="nl-NL" noProof="0" dirty="0"/>
              <a:t>Veel beweging</a:t>
            </a:r>
          </a:p>
          <a:p>
            <a:pPr marL="285750" indent="-285750">
              <a:buFont typeface="Arial" panose="020B0604020202020204" pitchFamily="34" charset="0"/>
              <a:buChar char="•"/>
            </a:pPr>
            <a:r>
              <a:rPr lang="nl-NL" noProof="0" dirty="0"/>
              <a:t>Y-as vrij</a:t>
            </a:r>
          </a:p>
        </p:txBody>
      </p:sp>
      <p:sp>
        <p:nvSpPr>
          <p:cNvPr id="29" name="Tekstvak 28">
            <a:extLst>
              <a:ext uri="{FF2B5EF4-FFF2-40B4-BE49-F238E27FC236}">
                <a16:creationId xmlns:a16="http://schemas.microsoft.com/office/drawing/2014/main" id="{5BB025C0-EAFC-A1BD-1E2F-1D0CBDCC71DC}"/>
              </a:ext>
            </a:extLst>
          </p:cNvPr>
          <p:cNvSpPr txBox="1"/>
          <p:nvPr/>
        </p:nvSpPr>
        <p:spPr>
          <a:xfrm>
            <a:off x="3306412" y="2431969"/>
            <a:ext cx="2132059" cy="923330"/>
          </a:xfrm>
          <a:prstGeom prst="rect">
            <a:avLst/>
          </a:prstGeom>
          <a:noFill/>
        </p:spPr>
        <p:txBody>
          <a:bodyPr wrap="none" rtlCol="0">
            <a:spAutoFit/>
          </a:bodyPr>
          <a:lstStyle/>
          <a:p>
            <a:pPr marL="285750" indent="-285750">
              <a:buFont typeface="Arial" panose="020B0604020202020204" pitchFamily="34" charset="0"/>
              <a:buChar char="•"/>
            </a:pPr>
            <a:r>
              <a:rPr lang="nl-NL" noProof="0" dirty="0"/>
              <a:t>Stabiel</a:t>
            </a:r>
          </a:p>
          <a:p>
            <a:pPr marL="285750" indent="-285750">
              <a:buFont typeface="Arial" panose="020B0604020202020204" pitchFamily="34" charset="0"/>
              <a:buChar char="•"/>
            </a:pPr>
            <a:r>
              <a:rPr lang="nl-NL" noProof="0" dirty="0"/>
              <a:t>Weinig beweging</a:t>
            </a:r>
          </a:p>
          <a:p>
            <a:pPr marL="285750" indent="-285750">
              <a:buFont typeface="Arial" panose="020B0604020202020204" pitchFamily="34" charset="0"/>
              <a:buChar char="•"/>
            </a:pPr>
            <a:r>
              <a:rPr lang="nl-NL" noProof="0" dirty="0"/>
              <a:t>Y-as niet vrij</a:t>
            </a:r>
          </a:p>
        </p:txBody>
      </p:sp>
      <p:sp>
        <p:nvSpPr>
          <p:cNvPr id="30" name="Tekstvak 29">
            <a:extLst>
              <a:ext uri="{FF2B5EF4-FFF2-40B4-BE49-F238E27FC236}">
                <a16:creationId xmlns:a16="http://schemas.microsoft.com/office/drawing/2014/main" id="{68824EA9-930E-4337-ED12-2DF6BF606324}"/>
              </a:ext>
            </a:extLst>
          </p:cNvPr>
          <p:cNvSpPr txBox="1"/>
          <p:nvPr/>
        </p:nvSpPr>
        <p:spPr>
          <a:xfrm>
            <a:off x="5877019" y="2431969"/>
            <a:ext cx="2132059" cy="923330"/>
          </a:xfrm>
          <a:prstGeom prst="rect">
            <a:avLst/>
          </a:prstGeom>
          <a:noFill/>
        </p:spPr>
        <p:txBody>
          <a:bodyPr wrap="none" rtlCol="0">
            <a:spAutoFit/>
          </a:bodyPr>
          <a:lstStyle/>
          <a:p>
            <a:pPr marL="285750" indent="-285750">
              <a:buFont typeface="Arial" panose="020B0604020202020204" pitchFamily="34" charset="0"/>
              <a:buChar char="•"/>
            </a:pPr>
            <a:r>
              <a:rPr lang="nl-NL" noProof="0" dirty="0"/>
              <a:t>Stabiel</a:t>
            </a:r>
          </a:p>
          <a:p>
            <a:pPr marL="285750" indent="-285750">
              <a:buFont typeface="Arial" panose="020B0604020202020204" pitchFamily="34" charset="0"/>
              <a:buChar char="•"/>
            </a:pPr>
            <a:r>
              <a:rPr lang="nl-NL" noProof="0" dirty="0"/>
              <a:t>Weinig beweging</a:t>
            </a:r>
          </a:p>
          <a:p>
            <a:pPr marL="285750" indent="-285750">
              <a:buFont typeface="Arial" panose="020B0604020202020204" pitchFamily="34" charset="0"/>
              <a:buChar char="•"/>
            </a:pPr>
            <a:r>
              <a:rPr lang="nl-NL" noProof="0" dirty="0"/>
              <a:t>Y-as vrij</a:t>
            </a:r>
          </a:p>
        </p:txBody>
      </p:sp>
      <p:pic>
        <p:nvPicPr>
          <p:cNvPr id="32" name="Afbeelding 31" descr="Afbeelding met gereedschap, houten, hout&#10;&#10;Door AI gegenereerde inhoud is mogelijk onjuist.">
            <a:extLst>
              <a:ext uri="{FF2B5EF4-FFF2-40B4-BE49-F238E27FC236}">
                <a16:creationId xmlns:a16="http://schemas.microsoft.com/office/drawing/2014/main" id="{78A0AD3C-DBD8-80F0-03F8-D5EBC07981EF}"/>
              </a:ext>
            </a:extLst>
          </p:cNvPr>
          <p:cNvPicPr>
            <a:picLocks noChangeAspect="1"/>
          </p:cNvPicPr>
          <p:nvPr/>
        </p:nvPicPr>
        <p:blipFill>
          <a:blip r:embed="rId8">
            <a:extLst>
              <a:ext uri="{28A0092B-C50C-407E-A947-70E740481C1C}">
                <a14:useLocalDpi xmlns:a14="http://schemas.microsoft.com/office/drawing/2010/main" val="0"/>
              </a:ext>
            </a:extLst>
          </a:blip>
          <a:srcRect t="25194"/>
          <a:stretch>
            <a:fillRect/>
          </a:stretch>
        </p:blipFill>
        <p:spPr>
          <a:xfrm>
            <a:off x="8698902" y="1709252"/>
            <a:ext cx="2820505" cy="2812506"/>
          </a:xfrm>
          <a:prstGeom prst="rect">
            <a:avLst/>
          </a:prstGeom>
        </p:spPr>
      </p:pic>
    </p:spTree>
    <p:extLst>
      <p:ext uri="{BB962C8B-B14F-4D97-AF65-F5344CB8AC3E}">
        <p14:creationId xmlns:p14="http://schemas.microsoft.com/office/powerpoint/2010/main" val="401472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D71FB3-D1DE-8B45-D78A-E3663B1C5D70}"/>
              </a:ext>
            </a:extLst>
          </p:cNvPr>
          <p:cNvSpPr>
            <a:spLocks noGrp="1"/>
          </p:cNvSpPr>
          <p:nvPr>
            <p:ph type="title"/>
          </p:nvPr>
        </p:nvSpPr>
        <p:spPr>
          <a:xfrm>
            <a:off x="762001" y="1138265"/>
            <a:ext cx="4603376" cy="2909296"/>
          </a:xfrm>
        </p:spPr>
        <p:txBody>
          <a:bodyPr anchor="t">
            <a:normAutofit/>
          </a:bodyPr>
          <a:lstStyle/>
          <a:p>
            <a:r>
              <a:rPr lang="nl-NL" sz="3200" noProof="0"/>
              <a:t>Demo flimpie</a:t>
            </a:r>
          </a:p>
        </p:txBody>
      </p:sp>
      <p:cxnSp>
        <p:nvCxnSpPr>
          <p:cNvPr id="8" name="Straight Connector 7">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E1278874-EF8C-736B-2439-7F5A36AFAB77}"/>
              </a:ext>
            </a:extLst>
          </p:cNvPr>
          <p:cNvSpPr>
            <a:spLocks noGrp="1"/>
          </p:cNvSpPr>
          <p:nvPr>
            <p:ph idx="1"/>
          </p:nvPr>
        </p:nvSpPr>
        <p:spPr>
          <a:xfrm>
            <a:off x="6003984" y="1102664"/>
            <a:ext cx="5257800" cy="5064896"/>
          </a:xfrm>
        </p:spPr>
        <p:txBody>
          <a:bodyPr>
            <a:normAutofit/>
          </a:bodyPr>
          <a:lstStyle/>
          <a:p>
            <a:endParaRPr lang="nl-NL" sz="2000" noProof="0"/>
          </a:p>
        </p:txBody>
      </p:sp>
    </p:spTree>
    <p:extLst>
      <p:ext uri="{BB962C8B-B14F-4D97-AF65-F5344CB8AC3E}">
        <p14:creationId xmlns:p14="http://schemas.microsoft.com/office/powerpoint/2010/main" val="2800833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0C62BB-17E1-E568-3EB8-319165521D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F4610D-339C-9571-1BB1-CFCF2FC438F7}"/>
              </a:ext>
            </a:extLst>
          </p:cNvPr>
          <p:cNvSpPr>
            <a:spLocks noGrp="1"/>
          </p:cNvSpPr>
          <p:nvPr>
            <p:ph type="title"/>
          </p:nvPr>
        </p:nvSpPr>
        <p:spPr>
          <a:xfrm>
            <a:off x="762000" y="1138036"/>
            <a:ext cx="4085665" cy="1402470"/>
          </a:xfrm>
        </p:spPr>
        <p:txBody>
          <a:bodyPr anchor="t">
            <a:normAutofit/>
          </a:bodyPr>
          <a:lstStyle/>
          <a:p>
            <a:r>
              <a:rPr lang="nl-NL" sz="3200" dirty="0"/>
              <a:t>Conclusie</a:t>
            </a:r>
            <a:endParaRPr lang="nl-NL" sz="3200" noProof="0" dirty="0"/>
          </a:p>
        </p:txBody>
      </p:sp>
      <p:cxnSp>
        <p:nvCxnSpPr>
          <p:cNvPr id="28" name="Straight Connector 27">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F4A3CA43-9F90-AC62-2C66-DD2C72929EF5}"/>
              </a:ext>
            </a:extLst>
          </p:cNvPr>
          <p:cNvSpPr>
            <a:spLocks noGrp="1"/>
          </p:cNvSpPr>
          <p:nvPr>
            <p:ph idx="1"/>
          </p:nvPr>
        </p:nvSpPr>
        <p:spPr>
          <a:xfrm>
            <a:off x="762000" y="2551176"/>
            <a:ext cx="4085665" cy="3591207"/>
          </a:xfrm>
        </p:spPr>
        <p:txBody>
          <a:bodyPr>
            <a:normAutofit/>
          </a:bodyPr>
          <a:lstStyle/>
          <a:p>
            <a:r>
              <a:rPr lang="nl-NL" sz="1600" b="1"/>
              <a:t>Wat werkt er?</a:t>
            </a:r>
          </a:p>
          <a:p>
            <a:pPr lvl="1"/>
            <a:r>
              <a:rPr lang="nl-NL" sz="1600"/>
              <a:t>Beweging</a:t>
            </a:r>
          </a:p>
          <a:p>
            <a:pPr lvl="1"/>
            <a:r>
              <a:rPr lang="nl-NL" sz="1600"/>
              <a:t>Sensor</a:t>
            </a:r>
          </a:p>
          <a:p>
            <a:pPr lvl="1"/>
            <a:r>
              <a:rPr lang="nl-NL" sz="1600"/>
              <a:t>Modulair</a:t>
            </a:r>
            <a:br>
              <a:rPr lang="en-NL" sz="1600"/>
            </a:br>
            <a:endParaRPr lang="nl-NL" sz="1600"/>
          </a:p>
          <a:p>
            <a:r>
              <a:rPr lang="nl-NL" sz="1600" b="1"/>
              <a:t>Adviezen</a:t>
            </a:r>
          </a:p>
          <a:p>
            <a:pPr lvl="1"/>
            <a:r>
              <a:rPr lang="nl-NL" sz="1600"/>
              <a:t>Kalibratie</a:t>
            </a:r>
          </a:p>
          <a:p>
            <a:pPr lvl="1"/>
            <a:r>
              <a:rPr lang="nl-NL" sz="1600"/>
              <a:t>PCB maken en goede kabels gebruiken.</a:t>
            </a:r>
          </a:p>
          <a:p>
            <a:pPr lvl="1"/>
            <a:r>
              <a:rPr lang="en-NL" sz="1600"/>
              <a:t>Gcode files op een SD kaart zetten.</a:t>
            </a:r>
            <a:endParaRPr lang="nl-NL" sz="1600"/>
          </a:p>
          <a:p>
            <a:pPr lvl="1"/>
            <a:r>
              <a:rPr lang="nl-NL" sz="1600"/>
              <a:t>Sensor uitlezen</a:t>
            </a:r>
            <a:r>
              <a:rPr lang="en-NL" sz="1600"/>
              <a:t> met module?</a:t>
            </a:r>
          </a:p>
          <a:p>
            <a:pPr lvl="1"/>
            <a:r>
              <a:rPr lang="en-NL" sz="1600"/>
              <a:t>LCD Scherm</a:t>
            </a:r>
            <a:endParaRPr lang="nl-NL" sz="1600"/>
          </a:p>
        </p:txBody>
      </p:sp>
      <p:pic>
        <p:nvPicPr>
          <p:cNvPr id="14" name="Picture 13" descr="Elektronica protoboard">
            <a:extLst>
              <a:ext uri="{FF2B5EF4-FFF2-40B4-BE49-F238E27FC236}">
                <a16:creationId xmlns:a16="http://schemas.microsoft.com/office/drawing/2014/main" id="{0CC8529F-D65D-AD46-B33D-483B6D4AA0BD}"/>
              </a:ext>
            </a:extLst>
          </p:cNvPr>
          <p:cNvPicPr>
            <a:picLocks noChangeAspect="1"/>
          </p:cNvPicPr>
          <p:nvPr/>
        </p:nvPicPr>
        <p:blipFill>
          <a:blip r:embed="rId3"/>
          <a:srcRect l="788" r="35546" b="-1"/>
          <a:stretch>
            <a:fillRect/>
          </a:stretch>
        </p:blipFill>
        <p:spPr>
          <a:xfrm>
            <a:off x="5650992" y="10"/>
            <a:ext cx="6541008" cy="6857990"/>
          </a:xfrm>
          <a:prstGeom prst="rect">
            <a:avLst/>
          </a:prstGeom>
        </p:spPr>
      </p:pic>
    </p:spTree>
    <p:extLst>
      <p:ext uri="{BB962C8B-B14F-4D97-AF65-F5344CB8AC3E}">
        <p14:creationId xmlns:p14="http://schemas.microsoft.com/office/powerpoint/2010/main" val="247688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7B18FE-51C8-15B3-A20E-D08086FDC234}"/>
            </a:ext>
          </a:extLst>
        </p:cNvPr>
        <p:cNvGrpSpPr/>
        <p:nvPr/>
      </p:nvGrpSpPr>
      <p:grpSpPr>
        <a:xfrm>
          <a:off x="0" y="0"/>
          <a:ext cx="0" cy="0"/>
          <a:chOff x="0" y="0"/>
          <a:chExt cx="0" cy="0"/>
        </a:xfrm>
      </p:grpSpPr>
      <p:sp>
        <p:nvSpPr>
          <p:cNvPr id="13" name="Titel 1">
            <a:extLst>
              <a:ext uri="{FF2B5EF4-FFF2-40B4-BE49-F238E27FC236}">
                <a16:creationId xmlns:a16="http://schemas.microsoft.com/office/drawing/2014/main" id="{8FE83C05-FA20-0C57-980C-B85E5C34D691}"/>
              </a:ext>
            </a:extLst>
          </p:cNvPr>
          <p:cNvSpPr txBox="1">
            <a:spLocks/>
          </p:cNvSpPr>
          <p:nvPr/>
        </p:nvSpPr>
        <p:spPr>
          <a:xfrm>
            <a:off x="762000" y="1138036"/>
            <a:ext cx="4085665" cy="140247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a:t>Zelfreflectie</a:t>
            </a:r>
          </a:p>
        </p:txBody>
      </p:sp>
      <p:cxnSp>
        <p:nvCxnSpPr>
          <p:cNvPr id="40" name="Straight Connector 3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ijdelijke aanduiding voor inhoud 2">
            <a:extLst>
              <a:ext uri="{FF2B5EF4-FFF2-40B4-BE49-F238E27FC236}">
                <a16:creationId xmlns:a16="http://schemas.microsoft.com/office/drawing/2014/main" id="{65AFE048-478D-2BF8-E6E8-96F495701262}"/>
              </a:ext>
            </a:extLst>
          </p:cNvPr>
          <p:cNvSpPr txBox="1">
            <a:spLocks/>
          </p:cNvSpPr>
          <p:nvPr/>
        </p:nvSpPr>
        <p:spPr>
          <a:xfrm>
            <a:off x="762000" y="2551176"/>
            <a:ext cx="4085665" cy="35912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a:t>Meer gestructureerd.</a:t>
            </a:r>
          </a:p>
          <a:p>
            <a:pPr lvl="1"/>
            <a:r>
              <a:rPr lang="en-US" sz="1900"/>
              <a:t>Beter planning bijhouden.</a:t>
            </a:r>
          </a:p>
          <a:p>
            <a:pPr lvl="1"/>
            <a:r>
              <a:rPr lang="en-US" sz="1900"/>
              <a:t>Beter bijhouden wat er nog gedaan moet worden</a:t>
            </a:r>
          </a:p>
          <a:p>
            <a:r>
              <a:rPr lang="en-US" sz="1900"/>
              <a:t>Sneller vragen stellen.</a:t>
            </a:r>
          </a:p>
          <a:p>
            <a:endParaRPr lang="en-US" sz="1900"/>
          </a:p>
          <a:p>
            <a:endParaRPr lang="en-US" sz="1900"/>
          </a:p>
          <a:p>
            <a:r>
              <a:rPr lang="en-US" sz="1900"/>
              <a:t>Veel afgekregen</a:t>
            </a:r>
          </a:p>
          <a:p>
            <a:r>
              <a:rPr lang="en-US" sz="1900"/>
              <a:t>Veel ervaring opgedaan</a:t>
            </a:r>
          </a:p>
          <a:p>
            <a:r>
              <a:rPr lang="en-US" sz="1900"/>
              <a:t>Meer zelfvertrouwen</a:t>
            </a:r>
          </a:p>
        </p:txBody>
      </p:sp>
      <p:pic>
        <p:nvPicPr>
          <p:cNvPr id="21" name="Picture 13" descr="Close-up van een verlichte printplaat">
            <a:extLst>
              <a:ext uri="{FF2B5EF4-FFF2-40B4-BE49-F238E27FC236}">
                <a16:creationId xmlns:a16="http://schemas.microsoft.com/office/drawing/2014/main" id="{63B28B43-B826-A55B-A4AA-2F7321E35B4C}"/>
              </a:ext>
            </a:extLst>
          </p:cNvPr>
          <p:cNvPicPr>
            <a:picLocks noChangeAspect="1"/>
          </p:cNvPicPr>
          <p:nvPr/>
        </p:nvPicPr>
        <p:blipFill>
          <a:blip r:embed="rId3"/>
          <a:srcRect l="12908" r="18897"/>
          <a:stretch>
            <a:fillRect/>
          </a:stretch>
        </p:blipFill>
        <p:spPr>
          <a:xfrm>
            <a:off x="5650992" y="10"/>
            <a:ext cx="6541008" cy="6857990"/>
          </a:xfrm>
          <a:prstGeom prst="rect">
            <a:avLst/>
          </a:prstGeom>
        </p:spPr>
      </p:pic>
    </p:spTree>
    <p:extLst>
      <p:ext uri="{BB962C8B-B14F-4D97-AF65-F5344CB8AC3E}">
        <p14:creationId xmlns:p14="http://schemas.microsoft.com/office/powerpoint/2010/main" val="2372288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D0076C-19DC-5657-DBF5-2EDAA9F0938F}"/>
              </a:ext>
            </a:extLst>
          </p:cNvPr>
          <p:cNvSpPr>
            <a:spLocks noGrp="1"/>
          </p:cNvSpPr>
          <p:nvPr>
            <p:ph type="title"/>
          </p:nvPr>
        </p:nvSpPr>
        <p:spPr>
          <a:xfrm>
            <a:off x="762000" y="1138036"/>
            <a:ext cx="4085665" cy="1402470"/>
          </a:xfrm>
        </p:spPr>
        <p:txBody>
          <a:bodyPr anchor="t">
            <a:normAutofit/>
          </a:bodyPr>
          <a:lstStyle/>
          <a:p>
            <a:r>
              <a:rPr lang="nl-NL" sz="3200" noProof="0"/>
              <a:t>Einde</a:t>
            </a:r>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12559731-3202-09DA-12C4-167CFCAB3AC7}"/>
              </a:ext>
            </a:extLst>
          </p:cNvPr>
          <p:cNvSpPr>
            <a:spLocks noGrp="1"/>
          </p:cNvSpPr>
          <p:nvPr>
            <p:ph idx="1"/>
          </p:nvPr>
        </p:nvSpPr>
        <p:spPr>
          <a:xfrm>
            <a:off x="762000" y="2551176"/>
            <a:ext cx="4085665" cy="3591207"/>
          </a:xfrm>
        </p:spPr>
        <p:txBody>
          <a:bodyPr>
            <a:normAutofit/>
          </a:bodyPr>
          <a:lstStyle/>
          <a:p>
            <a:r>
              <a:rPr lang="nl-NL" sz="2000" noProof="0"/>
              <a:t>Zijn er nog vragen</a:t>
            </a:r>
          </a:p>
        </p:txBody>
      </p:sp>
      <p:pic>
        <p:nvPicPr>
          <p:cNvPr id="5" name="Picture 4" descr="Een grijze ruimte vol vraagtekens met een open uitgang">
            <a:extLst>
              <a:ext uri="{FF2B5EF4-FFF2-40B4-BE49-F238E27FC236}">
                <a16:creationId xmlns:a16="http://schemas.microsoft.com/office/drawing/2014/main" id="{D5B1C056-5D12-60BA-E1AF-B4C7B5F1E305}"/>
              </a:ext>
            </a:extLst>
          </p:cNvPr>
          <p:cNvPicPr>
            <a:picLocks noChangeAspect="1"/>
          </p:cNvPicPr>
          <p:nvPr/>
        </p:nvPicPr>
        <p:blipFill>
          <a:blip r:embed="rId2"/>
          <a:srcRect l="19710" r="16624" b="-1"/>
          <a:stretch>
            <a:fillRect/>
          </a:stretch>
        </p:blipFill>
        <p:spPr>
          <a:xfrm>
            <a:off x="5650992" y="10"/>
            <a:ext cx="6541008" cy="6857990"/>
          </a:xfrm>
          <a:prstGeom prst="rect">
            <a:avLst/>
          </a:prstGeom>
        </p:spPr>
      </p:pic>
    </p:spTree>
    <p:extLst>
      <p:ext uri="{BB962C8B-B14F-4D97-AF65-F5344CB8AC3E}">
        <p14:creationId xmlns:p14="http://schemas.microsoft.com/office/powerpoint/2010/main" val="169919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459</TotalTime>
  <Words>851</Words>
  <Application>Microsoft Office PowerPoint</Application>
  <PresentationFormat>Breedbeeld</PresentationFormat>
  <Paragraphs>130</Paragraphs>
  <Slides>14</Slides>
  <Notes>10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14</vt:i4>
      </vt:variant>
    </vt:vector>
  </HeadingPairs>
  <TitlesOfParts>
    <vt:vector size="18" baseType="lpstr">
      <vt:lpstr>Aptos</vt:lpstr>
      <vt:lpstr>Aptos Display</vt:lpstr>
      <vt:lpstr>Arial</vt:lpstr>
      <vt:lpstr>Kantoorthema</vt:lpstr>
      <vt:lpstr>Aansturing freesbank</vt:lpstr>
      <vt:lpstr>Inhoud</vt:lpstr>
      <vt:lpstr>Inhoud</vt:lpstr>
      <vt:lpstr>Context</vt:lpstr>
      <vt:lpstr>Opdracht</vt:lpstr>
      <vt:lpstr>Opdracht</vt:lpstr>
      <vt:lpstr>Wat heb ik gerealiseerd</vt:lpstr>
      <vt:lpstr>Ontwerpen software</vt:lpstr>
      <vt:lpstr>Hardware</vt:lpstr>
      <vt:lpstr>Mechanica</vt:lpstr>
      <vt:lpstr>Demo flimpie</vt:lpstr>
      <vt:lpstr>Conclusie</vt:lpstr>
      <vt:lpstr>PowerPoint-presentatie</vt:lpstr>
      <vt:lpstr>Einde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Olaf Goudriaan (1071349)</dc:creator>
  <cp:lastModifiedBy>Olaf Goudriaan</cp:lastModifiedBy>
  <cp:revision>20</cp:revision>
  <dcterms:created xsi:type="dcterms:W3CDTF">2026-01-23T11:49:36Z</dcterms:created>
  <dcterms:modified xsi:type="dcterms:W3CDTF">2026-01-25T15:09:40Z</dcterms:modified>
</cp:coreProperties>
</file>