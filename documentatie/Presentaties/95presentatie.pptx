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69673" autoAdjust="0"/>
  </p:normalViewPr>
  <p:slideViewPr>
    <p:cSldViewPr snapToGrid="0">
      <p:cViewPr varScale="1">
        <p:scale>
          <a:sx n="77" d="100"/>
          <a:sy n="77" d="100"/>
        </p:scale>
        <p:origin x="2088"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C4443E-BF3F-495E-B38D-D5D067D97080}" type="datetimeFigureOut">
              <a:rPr lang="nl-NL" smtClean="0"/>
              <a:t>23-1-2026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56FD9-521A-4E48-B277-6DB742BC5019}" type="slidenum">
              <a:rPr lang="nl-NL" smtClean="0"/>
              <a:t>‹nr.›</a:t>
            </a:fld>
            <a:endParaRPr lang="nl-NL"/>
          </a:p>
        </p:txBody>
      </p:sp>
    </p:spTree>
    <p:extLst>
      <p:ext uri="{BB962C8B-B14F-4D97-AF65-F5344CB8AC3E}">
        <p14:creationId xmlns:p14="http://schemas.microsoft.com/office/powerpoint/2010/main" val="781204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Sens2sea is klein leer bedrijf bevind zich in het gebouw van de RDM op de Heijplaat. Het bedrijf ontwikkeld radar technologie. Radars zijn apparaten die radiogolven uitzenden en dan terug ontvangen waardoor locatie, snelheid en richting bepaald kan worden van objecten. Het voordeel hierbij is dat radar deze objecten kan detecteren bij slechte weersomstandigheden en zichtbaarheid. Voor het verbeteren van een signaal gebruik je antennes. Deze zorgen voor bundeling van de golven waardoor er een beter beeld ontstaat.</a:t>
            </a:r>
          </a:p>
          <a:p>
            <a:r>
              <a:rPr lang="nl-NL" dirty="0"/>
              <a:t>Sens2sea is sinds kort bezig met </a:t>
            </a:r>
            <a:r>
              <a:rPr lang="nl-NL" dirty="0" err="1"/>
              <a:t>fmcw</a:t>
            </a:r>
            <a:r>
              <a:rPr lang="nl-NL" dirty="0"/>
              <a:t> (frequentie </a:t>
            </a:r>
            <a:r>
              <a:rPr lang="nl-NL" dirty="0" err="1"/>
              <a:t>modulated</a:t>
            </a:r>
            <a:r>
              <a:rPr lang="nl-NL" dirty="0"/>
              <a:t> constant wave) radar. Dit is een manier van radar gebruiken waardoor er grotere nauwkeurigheid verkregen kan worden in draaibeweging van de radar. Hiervoor zijn parabool antennes nodig in eigen maten. Deze antennes worden in fabrieken met </a:t>
            </a:r>
            <a:r>
              <a:rPr lang="nl-NL" dirty="0" err="1"/>
              <a:t>met</a:t>
            </a:r>
            <a:r>
              <a:rPr lang="nl-NL" dirty="0"/>
              <a:t> een mal op standaard maten gemaakt, waardoor de prijs omlaag gaat. Sens2sea heeft deze antennes in eigen maten nodig waardoor er een nieuwe mal gemaakt zou moeten worden, en dit is duur. </a:t>
            </a:r>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3</a:t>
            </a:fld>
            <a:endParaRPr lang="nl-NL"/>
          </a:p>
        </p:txBody>
      </p:sp>
    </p:spTree>
    <p:extLst>
      <p:ext uri="{BB962C8B-B14F-4D97-AF65-F5344CB8AC3E}">
        <p14:creationId xmlns:p14="http://schemas.microsoft.com/office/powerpoint/2010/main" val="20452705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Hierom wilt sens2sea zelf de antennes fabriceren doormiddel van 3d printen. er zijn al testen mee gedaan door de radar op te splitsen in kleine onderdelen. Dit werkt, alleen kan de vorm anders worden tijdens het hechten van de onderdelen. Dus wilt Sens2sea de antenne in 1 keer fabriceren. Er bestaan opensource oplossingen, maar hiervan is het nadeel dat deze niet volledig aan te passen zijn naar de wensen van het bedrijf. En dat de locatie bepaling en de aansturing gescheiden moet worden. Verder moet er voor gezorgd worden dat het systeem modulair is waardoor er gemakkelijk nieuwe features toegevoegd kunnen worden. </a:t>
            </a:r>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4</a:t>
            </a:fld>
            <a:endParaRPr lang="nl-NL"/>
          </a:p>
        </p:txBody>
      </p:sp>
    </p:spTree>
    <p:extLst>
      <p:ext uri="{BB962C8B-B14F-4D97-AF65-F5344CB8AC3E}">
        <p14:creationId xmlns:p14="http://schemas.microsoft.com/office/powerpoint/2010/main" val="24675631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Hier is het systeem te zien dat er al was en wat er nu is</a:t>
            </a:r>
          </a:p>
          <a:p>
            <a:r>
              <a:rPr lang="nl-NL" dirty="0"/>
              <a:t>Er is te zien dat het regel systeem input krijgt waardoor de nauwkeurigheid gewaarborgd blijft.</a:t>
            </a:r>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5</a:t>
            </a:fld>
            <a:endParaRPr lang="nl-NL"/>
          </a:p>
        </p:txBody>
      </p:sp>
    </p:spTree>
    <p:extLst>
      <p:ext uri="{BB962C8B-B14F-4D97-AF65-F5344CB8AC3E}">
        <p14:creationId xmlns:p14="http://schemas.microsoft.com/office/powerpoint/2010/main" val="8609485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Voor de software heb ik meerdere commando’s </a:t>
            </a:r>
            <a:r>
              <a:rPr lang="nl-NL" dirty="0" err="1"/>
              <a:t>geimplementeerd</a:t>
            </a:r>
            <a:r>
              <a:rPr lang="nl-NL" dirty="0"/>
              <a:t>. $?, G1, G0, G2, G3. Voor deze </a:t>
            </a:r>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7</a:t>
            </a:fld>
            <a:endParaRPr lang="nl-NL"/>
          </a:p>
        </p:txBody>
      </p:sp>
    </p:spTree>
    <p:extLst>
      <p:ext uri="{BB962C8B-B14F-4D97-AF65-F5344CB8AC3E}">
        <p14:creationId xmlns:p14="http://schemas.microsoft.com/office/powerpoint/2010/main" val="5583108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Als sensor om te gebruiken voor de locatie bepaling is een incrementele encoder naar voren gekomen. Omdat deze relatief goedkoop zijn tegenover de andere varianten en genoeg nauwkeurigheid boden voor het prototype. Deze encoder word uitgelezen door de microcontroller</a:t>
            </a:r>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8</a:t>
            </a:fld>
            <a:endParaRPr lang="nl-NL"/>
          </a:p>
        </p:txBody>
      </p:sp>
    </p:spTree>
    <p:extLst>
      <p:ext uri="{BB962C8B-B14F-4D97-AF65-F5344CB8AC3E}">
        <p14:creationId xmlns:p14="http://schemas.microsoft.com/office/powerpoint/2010/main" val="24202569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35857C-9CAC-4567-3800-E82CCF7692C0}"/>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p>
        </p:txBody>
      </p:sp>
      <p:sp>
        <p:nvSpPr>
          <p:cNvPr id="3" name="Ondertitel 2">
            <a:extLst>
              <a:ext uri="{FF2B5EF4-FFF2-40B4-BE49-F238E27FC236}">
                <a16:creationId xmlns:a16="http://schemas.microsoft.com/office/drawing/2014/main" id="{425434E0-8FA1-441F-0DF8-FD51107773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p>
        </p:txBody>
      </p:sp>
      <p:sp>
        <p:nvSpPr>
          <p:cNvPr id="4" name="Tijdelijke aanduiding voor datum 3">
            <a:extLst>
              <a:ext uri="{FF2B5EF4-FFF2-40B4-BE49-F238E27FC236}">
                <a16:creationId xmlns:a16="http://schemas.microsoft.com/office/drawing/2014/main" id="{3D0ACF9B-D90A-8EA5-3050-513516AA99FA}"/>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5" name="Tijdelijke aanduiding voor voettekst 4">
            <a:extLst>
              <a:ext uri="{FF2B5EF4-FFF2-40B4-BE49-F238E27FC236}">
                <a16:creationId xmlns:a16="http://schemas.microsoft.com/office/drawing/2014/main" id="{7F2A26B6-5F75-0902-6107-E7D4A97DA67A}"/>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A52C24DE-A097-2620-17F4-4F312C718D40}"/>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1153445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D886BB-6850-F1AD-9127-C6BFE30BCBAD}"/>
              </a:ext>
            </a:extLst>
          </p:cNvPr>
          <p:cNvSpPr>
            <a:spLocks noGrp="1"/>
          </p:cNvSpPr>
          <p:nvPr>
            <p:ph type="title"/>
          </p:nvPr>
        </p:nvSpPr>
        <p:spPr/>
        <p:txBody>
          <a:bodyPr/>
          <a:lstStyle/>
          <a:p>
            <a:r>
              <a:rPr lang="nl-NL"/>
              <a:t>Klik om stijl te bewerken</a:t>
            </a:r>
          </a:p>
        </p:txBody>
      </p:sp>
      <p:sp>
        <p:nvSpPr>
          <p:cNvPr id="3" name="Tijdelijke aanduiding voor inhoud 2">
            <a:extLst>
              <a:ext uri="{FF2B5EF4-FFF2-40B4-BE49-F238E27FC236}">
                <a16:creationId xmlns:a16="http://schemas.microsoft.com/office/drawing/2014/main" id="{F449B2BD-2E05-8A66-2EEC-ECC58B4917B4}"/>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68546F2B-B451-479E-1129-00AC9BF3FB34}"/>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5" name="Tijdelijke aanduiding voor voettekst 4">
            <a:extLst>
              <a:ext uri="{FF2B5EF4-FFF2-40B4-BE49-F238E27FC236}">
                <a16:creationId xmlns:a16="http://schemas.microsoft.com/office/drawing/2014/main" id="{BF51EDCC-10F9-B25A-70E9-DBEB21096800}"/>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55C0DCE0-8E43-C4C4-4031-82FB47361810}"/>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128198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97CA81-DC12-6BB1-1971-6E92734E0AD6}"/>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p>
        </p:txBody>
      </p:sp>
      <p:sp>
        <p:nvSpPr>
          <p:cNvPr id="3" name="Tijdelijke aanduiding voor tekst 2">
            <a:extLst>
              <a:ext uri="{FF2B5EF4-FFF2-40B4-BE49-F238E27FC236}">
                <a16:creationId xmlns:a16="http://schemas.microsoft.com/office/drawing/2014/main" id="{2B95537A-45A9-1593-1D9F-65C15E1D9A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4E1AEF81-1B29-3B85-6A59-131C00F069CA}"/>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5" name="Tijdelijke aanduiding voor voettekst 4">
            <a:extLst>
              <a:ext uri="{FF2B5EF4-FFF2-40B4-BE49-F238E27FC236}">
                <a16:creationId xmlns:a16="http://schemas.microsoft.com/office/drawing/2014/main" id="{F2ED8E33-147D-F496-9A98-008B536BD412}"/>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5287E4A2-9AA7-C016-A7A3-9EEAFDAF3D91}"/>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6737515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EBA4D95-C242-4049-C9E3-505A0216DEF3}"/>
              </a:ext>
            </a:extLst>
          </p:cNvPr>
          <p:cNvSpPr>
            <a:spLocks noGrp="1"/>
          </p:cNvSpPr>
          <p:nvPr>
            <p:ph type="title"/>
          </p:nvPr>
        </p:nvSpPr>
        <p:spPr/>
        <p:txBody>
          <a:bodyPr/>
          <a:lstStyle/>
          <a:p>
            <a:r>
              <a:rPr lang="nl-NL"/>
              <a:t>Klik om stijl te bewerken</a:t>
            </a:r>
          </a:p>
        </p:txBody>
      </p:sp>
      <p:sp>
        <p:nvSpPr>
          <p:cNvPr id="3" name="Tijdelijke aanduiding voor inhoud 2">
            <a:extLst>
              <a:ext uri="{FF2B5EF4-FFF2-40B4-BE49-F238E27FC236}">
                <a16:creationId xmlns:a16="http://schemas.microsoft.com/office/drawing/2014/main" id="{E55DF5AD-EC7F-6E1F-3C80-2ACFA6CB2D3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inhoud 3">
            <a:extLst>
              <a:ext uri="{FF2B5EF4-FFF2-40B4-BE49-F238E27FC236}">
                <a16:creationId xmlns:a16="http://schemas.microsoft.com/office/drawing/2014/main" id="{6F3BD090-06D0-8062-338F-00B3D7188D20}"/>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datum 4">
            <a:extLst>
              <a:ext uri="{FF2B5EF4-FFF2-40B4-BE49-F238E27FC236}">
                <a16:creationId xmlns:a16="http://schemas.microsoft.com/office/drawing/2014/main" id="{8DEBFFFC-1DC7-AFE9-B94D-ED6701EEE2C4}"/>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6" name="Tijdelijke aanduiding voor voettekst 5">
            <a:extLst>
              <a:ext uri="{FF2B5EF4-FFF2-40B4-BE49-F238E27FC236}">
                <a16:creationId xmlns:a16="http://schemas.microsoft.com/office/drawing/2014/main" id="{428B4DDA-A53A-7454-2121-41395EEFBAC0}"/>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DF85E6D3-9F09-03A7-A2E8-327A3D60A805}"/>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446677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3CD383-5150-0217-67FB-993876C5CE74}"/>
              </a:ext>
            </a:extLst>
          </p:cNvPr>
          <p:cNvSpPr>
            <a:spLocks noGrp="1"/>
          </p:cNvSpPr>
          <p:nvPr>
            <p:ph type="title"/>
          </p:nvPr>
        </p:nvSpPr>
        <p:spPr>
          <a:xfrm>
            <a:off x="839788" y="365125"/>
            <a:ext cx="10515600" cy="1325563"/>
          </a:xfrm>
        </p:spPr>
        <p:txBody>
          <a:bodyPr/>
          <a:lstStyle/>
          <a:p>
            <a:r>
              <a:rPr lang="nl-NL"/>
              <a:t>Klik om stijl te bewerken</a:t>
            </a:r>
          </a:p>
        </p:txBody>
      </p:sp>
      <p:sp>
        <p:nvSpPr>
          <p:cNvPr id="3" name="Tijdelijke aanduiding voor tekst 2">
            <a:extLst>
              <a:ext uri="{FF2B5EF4-FFF2-40B4-BE49-F238E27FC236}">
                <a16:creationId xmlns:a16="http://schemas.microsoft.com/office/drawing/2014/main" id="{11D98134-C838-869F-9EB5-5CDE4BF6D5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9A2D2597-014A-D167-29A9-14964DABFE2E}"/>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tekst 4">
            <a:extLst>
              <a:ext uri="{FF2B5EF4-FFF2-40B4-BE49-F238E27FC236}">
                <a16:creationId xmlns:a16="http://schemas.microsoft.com/office/drawing/2014/main" id="{EE5966A5-35FA-177A-FE5B-3DF780B60F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D7AFAD51-43C5-F739-9524-3BFF271662F1}"/>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7" name="Tijdelijke aanduiding voor datum 6">
            <a:extLst>
              <a:ext uri="{FF2B5EF4-FFF2-40B4-BE49-F238E27FC236}">
                <a16:creationId xmlns:a16="http://schemas.microsoft.com/office/drawing/2014/main" id="{D2ECAFFC-54D1-1EA3-6084-76E6F17D3DC1}"/>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8" name="Tijdelijke aanduiding voor voettekst 7">
            <a:extLst>
              <a:ext uri="{FF2B5EF4-FFF2-40B4-BE49-F238E27FC236}">
                <a16:creationId xmlns:a16="http://schemas.microsoft.com/office/drawing/2014/main" id="{5D6ECAF5-1855-3348-3FEC-571F9857DDA6}"/>
              </a:ext>
            </a:extLst>
          </p:cNvPr>
          <p:cNvSpPr>
            <a:spLocks noGrp="1"/>
          </p:cNvSpPr>
          <p:nvPr>
            <p:ph type="ftr" sz="quarter" idx="11"/>
          </p:nvPr>
        </p:nvSpPr>
        <p:spPr/>
        <p:txBody>
          <a:bodyPr/>
          <a:lstStyle/>
          <a:p>
            <a:endParaRPr lang="nl-NL"/>
          </a:p>
        </p:txBody>
      </p:sp>
      <p:sp>
        <p:nvSpPr>
          <p:cNvPr id="9" name="Tijdelijke aanduiding voor dianummer 8">
            <a:extLst>
              <a:ext uri="{FF2B5EF4-FFF2-40B4-BE49-F238E27FC236}">
                <a16:creationId xmlns:a16="http://schemas.microsoft.com/office/drawing/2014/main" id="{8E06415B-00A8-2D86-FE52-EAD23D2998F0}"/>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4035310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1C4FEB-3342-45BB-180B-4DCFEF8F3353}"/>
              </a:ext>
            </a:extLst>
          </p:cNvPr>
          <p:cNvSpPr>
            <a:spLocks noGrp="1"/>
          </p:cNvSpPr>
          <p:nvPr>
            <p:ph type="title"/>
          </p:nvPr>
        </p:nvSpPr>
        <p:spPr/>
        <p:txBody>
          <a:bodyPr/>
          <a:lstStyle/>
          <a:p>
            <a:r>
              <a:rPr lang="nl-NL"/>
              <a:t>Klik om stijl te bewerken</a:t>
            </a:r>
          </a:p>
        </p:txBody>
      </p:sp>
      <p:sp>
        <p:nvSpPr>
          <p:cNvPr id="3" name="Tijdelijke aanduiding voor datum 2">
            <a:extLst>
              <a:ext uri="{FF2B5EF4-FFF2-40B4-BE49-F238E27FC236}">
                <a16:creationId xmlns:a16="http://schemas.microsoft.com/office/drawing/2014/main" id="{C75CB7EE-4381-240F-B0EE-EB33831B71E5}"/>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4" name="Tijdelijke aanduiding voor voettekst 3">
            <a:extLst>
              <a:ext uri="{FF2B5EF4-FFF2-40B4-BE49-F238E27FC236}">
                <a16:creationId xmlns:a16="http://schemas.microsoft.com/office/drawing/2014/main" id="{90662C5F-2D65-7F00-CD6C-F885B754A3B7}"/>
              </a:ext>
            </a:extLst>
          </p:cNvPr>
          <p:cNvSpPr>
            <a:spLocks noGrp="1"/>
          </p:cNvSpPr>
          <p:nvPr>
            <p:ph type="ftr" sz="quarter" idx="11"/>
          </p:nvPr>
        </p:nvSpPr>
        <p:spPr/>
        <p:txBody>
          <a:bodyPr/>
          <a:lstStyle/>
          <a:p>
            <a:endParaRPr lang="nl-NL"/>
          </a:p>
        </p:txBody>
      </p:sp>
      <p:sp>
        <p:nvSpPr>
          <p:cNvPr id="5" name="Tijdelijke aanduiding voor dianummer 4">
            <a:extLst>
              <a:ext uri="{FF2B5EF4-FFF2-40B4-BE49-F238E27FC236}">
                <a16:creationId xmlns:a16="http://schemas.microsoft.com/office/drawing/2014/main" id="{C4B6CE5F-4871-E98D-6932-36DD69564F39}"/>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3015394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F81F7383-5E54-85FB-D539-4D3C312CD245}"/>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3" name="Tijdelijke aanduiding voor voettekst 2">
            <a:extLst>
              <a:ext uri="{FF2B5EF4-FFF2-40B4-BE49-F238E27FC236}">
                <a16:creationId xmlns:a16="http://schemas.microsoft.com/office/drawing/2014/main" id="{B4F7CB76-D650-46E4-83D0-DCFB2AD595AC}"/>
              </a:ext>
            </a:extLst>
          </p:cNvPr>
          <p:cNvSpPr>
            <a:spLocks noGrp="1"/>
          </p:cNvSpPr>
          <p:nvPr>
            <p:ph type="ftr" sz="quarter" idx="11"/>
          </p:nvPr>
        </p:nvSpPr>
        <p:spPr/>
        <p:txBody>
          <a:bodyPr/>
          <a:lstStyle/>
          <a:p>
            <a:endParaRPr lang="nl-NL"/>
          </a:p>
        </p:txBody>
      </p:sp>
      <p:sp>
        <p:nvSpPr>
          <p:cNvPr id="4" name="Tijdelijke aanduiding voor dianummer 3">
            <a:extLst>
              <a:ext uri="{FF2B5EF4-FFF2-40B4-BE49-F238E27FC236}">
                <a16:creationId xmlns:a16="http://schemas.microsoft.com/office/drawing/2014/main" id="{3B669651-45BF-0D45-6EA6-282E7863B0D5}"/>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35713680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C55817-8C18-E7FB-1A1C-5F07366DBC7E}"/>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p>
        </p:txBody>
      </p:sp>
      <p:sp>
        <p:nvSpPr>
          <p:cNvPr id="3" name="Tijdelijke aanduiding voor inhoud 2">
            <a:extLst>
              <a:ext uri="{FF2B5EF4-FFF2-40B4-BE49-F238E27FC236}">
                <a16:creationId xmlns:a16="http://schemas.microsoft.com/office/drawing/2014/main" id="{DFF96EFF-0185-E289-9EC1-500DF13349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tekst 3">
            <a:extLst>
              <a:ext uri="{FF2B5EF4-FFF2-40B4-BE49-F238E27FC236}">
                <a16:creationId xmlns:a16="http://schemas.microsoft.com/office/drawing/2014/main" id="{8A88504E-D7E6-C9A3-B90E-2893BD9577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65182CA-3E38-99BF-3F41-6CB4881C8850}"/>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6" name="Tijdelijke aanduiding voor voettekst 5">
            <a:extLst>
              <a:ext uri="{FF2B5EF4-FFF2-40B4-BE49-F238E27FC236}">
                <a16:creationId xmlns:a16="http://schemas.microsoft.com/office/drawing/2014/main" id="{37DDCB76-61D7-F93A-531C-BCDA512E856A}"/>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71881320-8B64-3E3A-0865-E36AE2A9015B}"/>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335945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E5BE78-BCAE-6239-ADF1-0D9CDE089365}"/>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p>
        </p:txBody>
      </p:sp>
      <p:sp>
        <p:nvSpPr>
          <p:cNvPr id="3" name="Tijdelijke aanduiding voor afbeelding 2">
            <a:extLst>
              <a:ext uri="{FF2B5EF4-FFF2-40B4-BE49-F238E27FC236}">
                <a16:creationId xmlns:a16="http://schemas.microsoft.com/office/drawing/2014/main" id="{27E3407A-6B39-0914-FC4D-D5D4A8D394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ijdelijke aanduiding voor tekst 3">
            <a:extLst>
              <a:ext uri="{FF2B5EF4-FFF2-40B4-BE49-F238E27FC236}">
                <a16:creationId xmlns:a16="http://schemas.microsoft.com/office/drawing/2014/main" id="{09624737-CB90-096D-E6E0-D36BFB44A4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9A85AFDD-AA6A-0B33-8944-EA66FE5985DD}"/>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6" name="Tijdelijke aanduiding voor voettekst 5">
            <a:extLst>
              <a:ext uri="{FF2B5EF4-FFF2-40B4-BE49-F238E27FC236}">
                <a16:creationId xmlns:a16="http://schemas.microsoft.com/office/drawing/2014/main" id="{CD0B28A8-747B-B808-4C78-8B84F59C7094}"/>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BA4CD780-1894-4765-D3F9-B76AA812F946}"/>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41177520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A5417D-A492-201D-07EB-CC78B9A2E63E}"/>
              </a:ext>
            </a:extLst>
          </p:cNvPr>
          <p:cNvSpPr>
            <a:spLocks noGrp="1"/>
          </p:cNvSpPr>
          <p:nvPr>
            <p:ph type="title"/>
          </p:nvPr>
        </p:nvSpPr>
        <p:spPr/>
        <p:txBody>
          <a:bodyPr/>
          <a:lstStyle/>
          <a:p>
            <a:r>
              <a:rPr lang="nl-NL"/>
              <a:t>Klik om stijl te bewerken</a:t>
            </a:r>
          </a:p>
        </p:txBody>
      </p:sp>
      <p:sp>
        <p:nvSpPr>
          <p:cNvPr id="3" name="Tijdelijke aanduiding voor verticale tekst 2">
            <a:extLst>
              <a:ext uri="{FF2B5EF4-FFF2-40B4-BE49-F238E27FC236}">
                <a16:creationId xmlns:a16="http://schemas.microsoft.com/office/drawing/2014/main" id="{F80E8583-4A5D-FE58-179F-4D23549D8DD4}"/>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56712A7B-76DB-9B45-C54D-8AAEB9899824}"/>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5" name="Tijdelijke aanduiding voor voettekst 4">
            <a:extLst>
              <a:ext uri="{FF2B5EF4-FFF2-40B4-BE49-F238E27FC236}">
                <a16:creationId xmlns:a16="http://schemas.microsoft.com/office/drawing/2014/main" id="{BDA7F32A-0B23-294F-C7C8-E916DA6E1429}"/>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4B4786C0-480B-BEFC-E030-6687664E936B}"/>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8188170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DB9C1BBB-B151-7FDF-548A-828EFBB91B30}"/>
              </a:ext>
            </a:extLst>
          </p:cNvPr>
          <p:cNvSpPr>
            <a:spLocks noGrp="1"/>
          </p:cNvSpPr>
          <p:nvPr>
            <p:ph type="title" orient="vert"/>
          </p:nvPr>
        </p:nvSpPr>
        <p:spPr>
          <a:xfrm>
            <a:off x="8724900" y="365125"/>
            <a:ext cx="2628900" cy="5811838"/>
          </a:xfrm>
        </p:spPr>
        <p:txBody>
          <a:bodyPr vert="eaVert"/>
          <a:lstStyle/>
          <a:p>
            <a:r>
              <a:rPr lang="nl-NL"/>
              <a:t>Klik om stijl te bewerken</a:t>
            </a:r>
          </a:p>
        </p:txBody>
      </p:sp>
      <p:sp>
        <p:nvSpPr>
          <p:cNvPr id="3" name="Tijdelijke aanduiding voor verticale tekst 2">
            <a:extLst>
              <a:ext uri="{FF2B5EF4-FFF2-40B4-BE49-F238E27FC236}">
                <a16:creationId xmlns:a16="http://schemas.microsoft.com/office/drawing/2014/main" id="{A01E2E70-356C-D168-B4EB-D12FB538655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B66C4DE1-BA93-C3E1-6707-13DA6E0CF697}"/>
              </a:ext>
            </a:extLst>
          </p:cNvPr>
          <p:cNvSpPr>
            <a:spLocks noGrp="1"/>
          </p:cNvSpPr>
          <p:nvPr>
            <p:ph type="dt" sz="half" idx="10"/>
          </p:nvPr>
        </p:nvSpPr>
        <p:spPr/>
        <p:txBody>
          <a:bodyPr/>
          <a:lstStyle/>
          <a:p>
            <a:fld id="{35ED0539-9519-4FBB-A88E-2F08C22A0731}" type="datetimeFigureOut">
              <a:rPr lang="nl-NL" smtClean="0"/>
              <a:t>23-1-2026</a:t>
            </a:fld>
            <a:endParaRPr lang="nl-NL"/>
          </a:p>
        </p:txBody>
      </p:sp>
      <p:sp>
        <p:nvSpPr>
          <p:cNvPr id="5" name="Tijdelijke aanduiding voor voettekst 4">
            <a:extLst>
              <a:ext uri="{FF2B5EF4-FFF2-40B4-BE49-F238E27FC236}">
                <a16:creationId xmlns:a16="http://schemas.microsoft.com/office/drawing/2014/main" id="{3376ACFB-A556-1AB4-7C1C-5FC432FAAD9D}"/>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00C3D150-6494-9EB8-37AE-097A05B84873}"/>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10407126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368E063-99EE-CE4E-0C43-7A8D5D8C38B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p>
        </p:txBody>
      </p:sp>
      <p:sp>
        <p:nvSpPr>
          <p:cNvPr id="3" name="Tijdelijke aanduiding voor tekst 2">
            <a:extLst>
              <a:ext uri="{FF2B5EF4-FFF2-40B4-BE49-F238E27FC236}">
                <a16:creationId xmlns:a16="http://schemas.microsoft.com/office/drawing/2014/main" id="{F9382AE3-82CC-B335-19BE-31F441D69BA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5FA1E714-7B26-245A-58EB-8373559AE4F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ED0539-9519-4FBB-A88E-2F08C22A0731}" type="datetimeFigureOut">
              <a:rPr lang="nl-NL" smtClean="0"/>
              <a:t>23-1-2026</a:t>
            </a:fld>
            <a:endParaRPr lang="nl-NL"/>
          </a:p>
        </p:txBody>
      </p:sp>
      <p:sp>
        <p:nvSpPr>
          <p:cNvPr id="5" name="Tijdelijke aanduiding voor voettekst 4">
            <a:extLst>
              <a:ext uri="{FF2B5EF4-FFF2-40B4-BE49-F238E27FC236}">
                <a16:creationId xmlns:a16="http://schemas.microsoft.com/office/drawing/2014/main" id="{790304B6-FCD9-6E83-16BB-20E06C9A1C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NL"/>
          </a:p>
        </p:txBody>
      </p:sp>
      <p:sp>
        <p:nvSpPr>
          <p:cNvPr id="6" name="Tijdelijke aanduiding voor dianummer 5">
            <a:extLst>
              <a:ext uri="{FF2B5EF4-FFF2-40B4-BE49-F238E27FC236}">
                <a16:creationId xmlns:a16="http://schemas.microsoft.com/office/drawing/2014/main" id="{DDE964E8-D460-1FA4-4C9D-3B70BDAE40C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061C08D-EA27-43A9-8D6C-81BD89CFDC81}" type="slidenum">
              <a:rPr lang="nl-NL" smtClean="0"/>
              <a:t>‹nr.›</a:t>
            </a:fld>
            <a:endParaRPr lang="nl-NL"/>
          </a:p>
        </p:txBody>
      </p:sp>
    </p:spTree>
    <p:extLst>
      <p:ext uri="{BB962C8B-B14F-4D97-AF65-F5344CB8AC3E}">
        <p14:creationId xmlns:p14="http://schemas.microsoft.com/office/powerpoint/2010/main" val="3697698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A4439E-DF83-C012-3262-B92D0BA738B9}"/>
              </a:ext>
            </a:extLst>
          </p:cNvPr>
          <p:cNvSpPr>
            <a:spLocks noGrp="1"/>
          </p:cNvSpPr>
          <p:nvPr>
            <p:ph type="ctrTitle"/>
          </p:nvPr>
        </p:nvSpPr>
        <p:spPr/>
        <p:txBody>
          <a:bodyPr/>
          <a:lstStyle/>
          <a:p>
            <a:r>
              <a:rPr lang="nl-NL" dirty="0"/>
              <a:t>Aansturing freesbank</a:t>
            </a:r>
          </a:p>
        </p:txBody>
      </p:sp>
      <p:sp>
        <p:nvSpPr>
          <p:cNvPr id="3" name="Ondertitel 2">
            <a:extLst>
              <a:ext uri="{FF2B5EF4-FFF2-40B4-BE49-F238E27FC236}">
                <a16:creationId xmlns:a16="http://schemas.microsoft.com/office/drawing/2014/main" id="{BAC3498D-0E4E-F8DC-F66D-A5D7723DE000}"/>
              </a:ext>
            </a:extLst>
          </p:cNvPr>
          <p:cNvSpPr>
            <a:spLocks noGrp="1"/>
          </p:cNvSpPr>
          <p:nvPr>
            <p:ph type="subTitle" idx="1"/>
          </p:nvPr>
        </p:nvSpPr>
        <p:spPr/>
        <p:txBody>
          <a:bodyPr/>
          <a:lstStyle/>
          <a:p>
            <a:r>
              <a:rPr lang="nl-NL" dirty="0"/>
              <a:t>Bij sens2sea</a:t>
            </a:r>
          </a:p>
        </p:txBody>
      </p:sp>
    </p:spTree>
    <p:extLst>
      <p:ext uri="{BB962C8B-B14F-4D97-AF65-F5344CB8AC3E}">
        <p14:creationId xmlns:p14="http://schemas.microsoft.com/office/powerpoint/2010/main" val="36666911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BA7DD0-C474-FFCB-02CA-E5CF6B26ABFE}"/>
              </a:ext>
            </a:extLst>
          </p:cNvPr>
          <p:cNvSpPr>
            <a:spLocks noGrp="1"/>
          </p:cNvSpPr>
          <p:nvPr>
            <p:ph type="title"/>
          </p:nvPr>
        </p:nvSpPr>
        <p:spPr/>
        <p:txBody>
          <a:bodyPr/>
          <a:lstStyle/>
          <a:p>
            <a:r>
              <a:rPr lang="nl-NL" dirty="0"/>
              <a:t>Inhoud</a:t>
            </a:r>
          </a:p>
        </p:txBody>
      </p:sp>
      <p:sp>
        <p:nvSpPr>
          <p:cNvPr id="3" name="Tijdelijke aanduiding voor inhoud 2">
            <a:extLst>
              <a:ext uri="{FF2B5EF4-FFF2-40B4-BE49-F238E27FC236}">
                <a16:creationId xmlns:a16="http://schemas.microsoft.com/office/drawing/2014/main" id="{F616D1B4-C5E0-508A-E90D-2B05A11D31F5}"/>
              </a:ext>
            </a:extLst>
          </p:cNvPr>
          <p:cNvSpPr>
            <a:spLocks noGrp="1"/>
          </p:cNvSpPr>
          <p:nvPr>
            <p:ph idx="1"/>
          </p:nvPr>
        </p:nvSpPr>
        <p:spPr/>
        <p:txBody>
          <a:bodyPr/>
          <a:lstStyle/>
          <a:p>
            <a:r>
              <a:rPr lang="nl-NL" dirty="0"/>
              <a:t>Hebben over</a:t>
            </a:r>
          </a:p>
          <a:p>
            <a:endParaRPr lang="nl-NL" dirty="0"/>
          </a:p>
          <a:p>
            <a:r>
              <a:rPr lang="nl-NL" dirty="0"/>
              <a:t>Context (wat does sens2sea)</a:t>
            </a:r>
          </a:p>
          <a:p>
            <a:r>
              <a:rPr lang="nl-NL" dirty="0"/>
              <a:t>Opdracht (wat houd de opdracht in en waarom)</a:t>
            </a:r>
          </a:p>
          <a:p>
            <a:r>
              <a:rPr lang="nl-NL" dirty="0"/>
              <a:t>Wat heb ik gedaan</a:t>
            </a:r>
          </a:p>
          <a:p>
            <a:r>
              <a:rPr lang="nl-NL" dirty="0"/>
              <a:t>Ontwerp (code??, hardware)</a:t>
            </a:r>
          </a:p>
          <a:p>
            <a:r>
              <a:rPr lang="nl-NL" dirty="0"/>
              <a:t>demo</a:t>
            </a:r>
          </a:p>
          <a:p>
            <a:endParaRPr lang="nl-NL" dirty="0"/>
          </a:p>
        </p:txBody>
      </p:sp>
    </p:spTree>
    <p:extLst>
      <p:ext uri="{BB962C8B-B14F-4D97-AF65-F5344CB8AC3E}">
        <p14:creationId xmlns:p14="http://schemas.microsoft.com/office/powerpoint/2010/main" val="26802371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C67A4A-0E3D-64A6-5E18-E8EB6ECBE621}"/>
              </a:ext>
            </a:extLst>
          </p:cNvPr>
          <p:cNvSpPr>
            <a:spLocks noGrp="1"/>
          </p:cNvSpPr>
          <p:nvPr>
            <p:ph type="title"/>
          </p:nvPr>
        </p:nvSpPr>
        <p:spPr/>
        <p:txBody>
          <a:bodyPr/>
          <a:lstStyle/>
          <a:p>
            <a:r>
              <a:rPr lang="nl-NL" dirty="0"/>
              <a:t>Context</a:t>
            </a:r>
          </a:p>
        </p:txBody>
      </p:sp>
      <p:sp>
        <p:nvSpPr>
          <p:cNvPr id="3" name="Tijdelijke aanduiding voor inhoud 2">
            <a:extLst>
              <a:ext uri="{FF2B5EF4-FFF2-40B4-BE49-F238E27FC236}">
                <a16:creationId xmlns:a16="http://schemas.microsoft.com/office/drawing/2014/main" id="{F5112648-91B1-79D4-E264-7F0FE83D6794}"/>
              </a:ext>
            </a:extLst>
          </p:cNvPr>
          <p:cNvSpPr>
            <a:spLocks noGrp="1"/>
          </p:cNvSpPr>
          <p:nvPr>
            <p:ph idx="1"/>
          </p:nvPr>
        </p:nvSpPr>
        <p:spPr/>
        <p:txBody>
          <a:bodyPr/>
          <a:lstStyle/>
          <a:p>
            <a:r>
              <a:rPr lang="nl-NL" dirty="0" err="1"/>
              <a:t>Gcode</a:t>
            </a:r>
            <a:r>
              <a:rPr lang="nl-NL" dirty="0"/>
              <a:t>&gt;</a:t>
            </a:r>
          </a:p>
        </p:txBody>
      </p:sp>
    </p:spTree>
    <p:extLst>
      <p:ext uri="{BB962C8B-B14F-4D97-AF65-F5344CB8AC3E}">
        <p14:creationId xmlns:p14="http://schemas.microsoft.com/office/powerpoint/2010/main" val="491469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49DAC5-765C-EA77-48ED-D34D3F6EF724}"/>
              </a:ext>
            </a:extLst>
          </p:cNvPr>
          <p:cNvSpPr>
            <a:spLocks noGrp="1"/>
          </p:cNvSpPr>
          <p:nvPr>
            <p:ph type="title"/>
          </p:nvPr>
        </p:nvSpPr>
        <p:spPr/>
        <p:txBody>
          <a:bodyPr/>
          <a:lstStyle/>
          <a:p>
            <a:r>
              <a:rPr lang="nl-NL" dirty="0"/>
              <a:t>Opdracht</a:t>
            </a:r>
          </a:p>
        </p:txBody>
      </p:sp>
      <p:sp>
        <p:nvSpPr>
          <p:cNvPr id="3" name="Tijdelijke aanduiding voor inhoud 2">
            <a:extLst>
              <a:ext uri="{FF2B5EF4-FFF2-40B4-BE49-F238E27FC236}">
                <a16:creationId xmlns:a16="http://schemas.microsoft.com/office/drawing/2014/main" id="{3F2E7316-7C20-58A8-B103-68F6E84BD183}"/>
              </a:ext>
            </a:extLst>
          </p:cNvPr>
          <p:cNvSpPr>
            <a:spLocks noGrp="1"/>
          </p:cNvSpPr>
          <p:nvPr>
            <p:ph idx="1"/>
          </p:nvPr>
        </p:nvSpPr>
        <p:spPr/>
        <p:txBody>
          <a:bodyPr/>
          <a:lstStyle/>
          <a:p>
            <a:endParaRPr lang="nl-NL" dirty="0"/>
          </a:p>
        </p:txBody>
      </p:sp>
    </p:spTree>
    <p:extLst>
      <p:ext uri="{BB962C8B-B14F-4D97-AF65-F5344CB8AC3E}">
        <p14:creationId xmlns:p14="http://schemas.microsoft.com/office/powerpoint/2010/main" val="1546574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068B58-6F94-4AFF-A8A7-18573884D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2" name="Picture 21">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BE5B028C-7535-45E5-9D2C-32C50D0E0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Titel 1">
            <a:extLst>
              <a:ext uri="{FF2B5EF4-FFF2-40B4-BE49-F238E27FC236}">
                <a16:creationId xmlns:a16="http://schemas.microsoft.com/office/drawing/2014/main" id="{A5CC0AE6-9365-E163-F917-92C257C39CE7}"/>
              </a:ext>
            </a:extLst>
          </p:cNvPr>
          <p:cNvSpPr>
            <a:spLocks noGrp="1"/>
          </p:cNvSpPr>
          <p:nvPr>
            <p:ph type="title"/>
          </p:nvPr>
        </p:nvSpPr>
        <p:spPr>
          <a:xfrm>
            <a:off x="1084681" y="1083183"/>
            <a:ext cx="4997189" cy="1153236"/>
          </a:xfrm>
        </p:spPr>
        <p:txBody>
          <a:bodyPr anchor="b">
            <a:normAutofit/>
          </a:bodyPr>
          <a:lstStyle/>
          <a:p>
            <a:r>
              <a:rPr lang="nl-NL" sz="4800" dirty="0"/>
              <a:t>Opdracht</a:t>
            </a:r>
          </a:p>
        </p:txBody>
      </p:sp>
      <p:sp>
        <p:nvSpPr>
          <p:cNvPr id="11" name="Tijdelijke aanduiding voor inhoud 10">
            <a:extLst>
              <a:ext uri="{FF2B5EF4-FFF2-40B4-BE49-F238E27FC236}">
                <a16:creationId xmlns:a16="http://schemas.microsoft.com/office/drawing/2014/main" id="{B817103A-577A-14E1-5F0A-BF42A5360782}"/>
              </a:ext>
            </a:extLst>
          </p:cNvPr>
          <p:cNvSpPr>
            <a:spLocks noGrp="1"/>
          </p:cNvSpPr>
          <p:nvPr>
            <p:ph idx="1"/>
          </p:nvPr>
        </p:nvSpPr>
        <p:spPr>
          <a:xfrm>
            <a:off x="1191966" y="2965593"/>
            <a:ext cx="4997189" cy="2941544"/>
          </a:xfrm>
        </p:spPr>
        <p:txBody>
          <a:bodyPr>
            <a:normAutofit/>
          </a:bodyPr>
          <a:lstStyle/>
          <a:p>
            <a:r>
              <a:rPr lang="nl-NL" sz="1800" dirty="0"/>
              <a:t>Oude situatie</a:t>
            </a:r>
          </a:p>
        </p:txBody>
      </p:sp>
      <p:pic>
        <p:nvPicPr>
          <p:cNvPr id="12" name="Tijdelijke aanduiding voor inhoud 8" descr="Afbeelding met tekst, schermopname, diagram, Lettertype&#10;&#10;Door AI gegenereerde inhoud is mogelijk onjuist.">
            <a:extLst>
              <a:ext uri="{FF2B5EF4-FFF2-40B4-BE49-F238E27FC236}">
                <a16:creationId xmlns:a16="http://schemas.microsoft.com/office/drawing/2014/main" id="{E420B50B-B74A-F5E4-35E9-F60EC9A21C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50272" y="724795"/>
            <a:ext cx="5025449" cy="3341924"/>
          </a:xfrm>
          <a:prstGeom prst="rect">
            <a:avLst/>
          </a:prstGeom>
        </p:spPr>
      </p:pic>
      <p:pic>
        <p:nvPicPr>
          <p:cNvPr id="13" name="Tijdelijke aanduiding voor inhoud 4" descr="Afbeelding met tekst, schermopname, diagram, Lettertype&#10;&#10;Door AI gegenereerde inhoud is mogelijk onjuist.">
            <a:extLst>
              <a:ext uri="{FF2B5EF4-FFF2-40B4-BE49-F238E27FC236}">
                <a16:creationId xmlns:a16="http://schemas.microsoft.com/office/drawing/2014/main" id="{E9D1CDD7-00EC-3692-08C7-87518BC3B2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6279" y="3256224"/>
            <a:ext cx="4807699" cy="2872601"/>
          </a:xfrm>
          <a:prstGeom prst="rect">
            <a:avLst/>
          </a:prstGeom>
        </p:spPr>
      </p:pic>
      <p:sp>
        <p:nvSpPr>
          <p:cNvPr id="15" name="Tijdelijke aanduiding voor inhoud 10">
            <a:extLst>
              <a:ext uri="{FF2B5EF4-FFF2-40B4-BE49-F238E27FC236}">
                <a16:creationId xmlns:a16="http://schemas.microsoft.com/office/drawing/2014/main" id="{989C787B-ED24-259D-DA5A-096BBB7B4487}"/>
              </a:ext>
            </a:extLst>
          </p:cNvPr>
          <p:cNvSpPr txBox="1">
            <a:spLocks/>
          </p:cNvSpPr>
          <p:nvPr/>
        </p:nvSpPr>
        <p:spPr>
          <a:xfrm>
            <a:off x="6973293" y="4066719"/>
            <a:ext cx="4997189" cy="29415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NL" sz="1800" dirty="0"/>
              <a:t>Nieuwe situatie</a:t>
            </a:r>
          </a:p>
        </p:txBody>
      </p:sp>
    </p:spTree>
    <p:extLst>
      <p:ext uri="{BB962C8B-B14F-4D97-AF65-F5344CB8AC3E}">
        <p14:creationId xmlns:p14="http://schemas.microsoft.com/office/powerpoint/2010/main" val="2119706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3FA6E9-0A0A-833A-4843-D98B4A031136}"/>
              </a:ext>
            </a:extLst>
          </p:cNvPr>
          <p:cNvSpPr>
            <a:spLocks noGrp="1"/>
          </p:cNvSpPr>
          <p:nvPr>
            <p:ph type="title"/>
          </p:nvPr>
        </p:nvSpPr>
        <p:spPr/>
        <p:txBody>
          <a:bodyPr/>
          <a:lstStyle/>
          <a:p>
            <a:r>
              <a:rPr lang="nl-NL"/>
              <a:t>Wat heb ik gedaan</a:t>
            </a:r>
            <a:endParaRPr lang="nl-NL" dirty="0"/>
          </a:p>
        </p:txBody>
      </p:sp>
      <p:sp>
        <p:nvSpPr>
          <p:cNvPr id="3" name="Tijdelijke aanduiding voor inhoud 2">
            <a:extLst>
              <a:ext uri="{FF2B5EF4-FFF2-40B4-BE49-F238E27FC236}">
                <a16:creationId xmlns:a16="http://schemas.microsoft.com/office/drawing/2014/main" id="{A6F1AE2C-58F6-57ED-F461-51AAA2F60CC4}"/>
              </a:ext>
            </a:extLst>
          </p:cNvPr>
          <p:cNvSpPr>
            <a:spLocks noGrp="1"/>
          </p:cNvSpPr>
          <p:nvPr>
            <p:ph idx="1"/>
          </p:nvPr>
        </p:nvSpPr>
        <p:spPr>
          <a:xfrm>
            <a:off x="838200" y="1827213"/>
            <a:ext cx="10515600" cy="4351338"/>
          </a:xfrm>
        </p:spPr>
        <p:txBody>
          <a:bodyPr/>
          <a:lstStyle/>
          <a:p>
            <a:r>
              <a:rPr lang="nl-NL" dirty="0"/>
              <a:t>Hardware</a:t>
            </a:r>
          </a:p>
          <a:p>
            <a:r>
              <a:rPr lang="nl-NL" dirty="0"/>
              <a:t>Software</a:t>
            </a:r>
          </a:p>
          <a:p>
            <a:r>
              <a:rPr lang="nl-NL" dirty="0"/>
              <a:t>Mechanica</a:t>
            </a:r>
          </a:p>
          <a:p>
            <a:endParaRPr lang="nl-NL" dirty="0"/>
          </a:p>
        </p:txBody>
      </p:sp>
    </p:spTree>
    <p:extLst>
      <p:ext uri="{BB962C8B-B14F-4D97-AF65-F5344CB8AC3E}">
        <p14:creationId xmlns:p14="http://schemas.microsoft.com/office/powerpoint/2010/main" val="2222343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23608E-26BD-7835-E7E3-5D620507B2E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068B58-6F94-4AFF-A8A7-18573884D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2" name="Picture 21">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BE5B028C-7535-45E5-9D2C-32C50D0E0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Titel 1">
            <a:extLst>
              <a:ext uri="{FF2B5EF4-FFF2-40B4-BE49-F238E27FC236}">
                <a16:creationId xmlns:a16="http://schemas.microsoft.com/office/drawing/2014/main" id="{942F5DBF-D4F7-3D4B-C2AD-55B381BAFCBA}"/>
              </a:ext>
            </a:extLst>
          </p:cNvPr>
          <p:cNvSpPr>
            <a:spLocks noGrp="1"/>
          </p:cNvSpPr>
          <p:nvPr>
            <p:ph type="title"/>
          </p:nvPr>
        </p:nvSpPr>
        <p:spPr>
          <a:xfrm>
            <a:off x="1191966" y="900622"/>
            <a:ext cx="4997189" cy="1893524"/>
          </a:xfrm>
        </p:spPr>
        <p:txBody>
          <a:bodyPr anchor="b">
            <a:normAutofit/>
          </a:bodyPr>
          <a:lstStyle/>
          <a:p>
            <a:r>
              <a:rPr lang="nl-NL" sz="4800"/>
              <a:t>Ontwerpen software</a:t>
            </a:r>
          </a:p>
        </p:txBody>
      </p:sp>
      <p:sp>
        <p:nvSpPr>
          <p:cNvPr id="3" name="Tijdelijke aanduiding voor inhoud 2">
            <a:extLst>
              <a:ext uri="{FF2B5EF4-FFF2-40B4-BE49-F238E27FC236}">
                <a16:creationId xmlns:a16="http://schemas.microsoft.com/office/drawing/2014/main" id="{40443B8A-0C93-5742-E100-240416B53CC9}"/>
              </a:ext>
            </a:extLst>
          </p:cNvPr>
          <p:cNvSpPr>
            <a:spLocks noGrp="1"/>
          </p:cNvSpPr>
          <p:nvPr>
            <p:ph idx="1"/>
          </p:nvPr>
        </p:nvSpPr>
        <p:spPr>
          <a:xfrm>
            <a:off x="974405" y="5358064"/>
            <a:ext cx="3159184" cy="385403"/>
          </a:xfrm>
        </p:spPr>
        <p:txBody>
          <a:bodyPr>
            <a:normAutofit fontScale="85000" lnSpcReduction="10000"/>
          </a:bodyPr>
          <a:lstStyle/>
          <a:p>
            <a:pPr marL="0" indent="0">
              <a:buNone/>
            </a:pPr>
            <a:r>
              <a:rPr lang="nl-NL" sz="1800" dirty="0"/>
              <a:t>Rechte beweging model. (G0, G1</a:t>
            </a:r>
          </a:p>
        </p:txBody>
      </p:sp>
      <p:pic>
        <p:nvPicPr>
          <p:cNvPr id="7" name="Afbeelding 6">
            <a:extLst>
              <a:ext uri="{FF2B5EF4-FFF2-40B4-BE49-F238E27FC236}">
                <a16:creationId xmlns:a16="http://schemas.microsoft.com/office/drawing/2014/main" id="{081C23C0-AB5F-C052-3C5A-436D219299AE}"/>
              </a:ext>
            </a:extLst>
          </p:cNvPr>
          <p:cNvPicPr>
            <a:picLocks noChangeAspect="1"/>
          </p:cNvPicPr>
          <p:nvPr/>
        </p:nvPicPr>
        <p:blipFill>
          <a:blip r:embed="rId4"/>
          <a:stretch>
            <a:fillRect/>
          </a:stretch>
        </p:blipFill>
        <p:spPr>
          <a:xfrm>
            <a:off x="5195944" y="1419219"/>
            <a:ext cx="4890576" cy="1931777"/>
          </a:xfrm>
          <a:prstGeom prst="rect">
            <a:avLst/>
          </a:prstGeom>
        </p:spPr>
      </p:pic>
      <p:pic>
        <p:nvPicPr>
          <p:cNvPr id="11" name="Afbeelding 10">
            <a:extLst>
              <a:ext uri="{FF2B5EF4-FFF2-40B4-BE49-F238E27FC236}">
                <a16:creationId xmlns:a16="http://schemas.microsoft.com/office/drawing/2014/main" id="{14DD8D3D-1864-733E-49FD-82CF81C70A64}"/>
              </a:ext>
            </a:extLst>
          </p:cNvPr>
          <p:cNvPicPr>
            <a:picLocks noChangeAspect="1"/>
          </p:cNvPicPr>
          <p:nvPr/>
        </p:nvPicPr>
        <p:blipFill>
          <a:blip r:embed="rId5"/>
          <a:stretch>
            <a:fillRect/>
          </a:stretch>
        </p:blipFill>
        <p:spPr>
          <a:xfrm>
            <a:off x="974405" y="3869593"/>
            <a:ext cx="4890576" cy="1418266"/>
          </a:xfrm>
          <a:prstGeom prst="rect">
            <a:avLst/>
          </a:prstGeom>
        </p:spPr>
      </p:pic>
      <p:pic>
        <p:nvPicPr>
          <p:cNvPr id="13" name="Afbeelding 12">
            <a:extLst>
              <a:ext uri="{FF2B5EF4-FFF2-40B4-BE49-F238E27FC236}">
                <a16:creationId xmlns:a16="http://schemas.microsoft.com/office/drawing/2014/main" id="{18BD8C4A-46BF-F38B-ADEE-71193176070D}"/>
              </a:ext>
            </a:extLst>
          </p:cNvPr>
          <p:cNvPicPr>
            <a:picLocks noChangeAspect="1"/>
          </p:cNvPicPr>
          <p:nvPr/>
        </p:nvPicPr>
        <p:blipFill>
          <a:blip r:embed="rId6"/>
          <a:stretch>
            <a:fillRect/>
          </a:stretch>
        </p:blipFill>
        <p:spPr>
          <a:xfrm>
            <a:off x="10637578" y="778740"/>
            <a:ext cx="914528" cy="924054"/>
          </a:xfrm>
          <a:prstGeom prst="rect">
            <a:avLst/>
          </a:prstGeom>
        </p:spPr>
      </p:pic>
      <p:sp>
        <p:nvSpPr>
          <p:cNvPr id="15" name="Tekstvak 14">
            <a:extLst>
              <a:ext uri="{FF2B5EF4-FFF2-40B4-BE49-F238E27FC236}">
                <a16:creationId xmlns:a16="http://schemas.microsoft.com/office/drawing/2014/main" id="{FFCAEB50-3C4C-6993-5E05-39F4D8E35B24}"/>
              </a:ext>
            </a:extLst>
          </p:cNvPr>
          <p:cNvSpPr txBox="1"/>
          <p:nvPr/>
        </p:nvSpPr>
        <p:spPr>
          <a:xfrm>
            <a:off x="8047886" y="3425628"/>
            <a:ext cx="6093912" cy="369332"/>
          </a:xfrm>
          <a:prstGeom prst="rect">
            <a:avLst/>
          </a:prstGeom>
          <a:noFill/>
        </p:spPr>
        <p:txBody>
          <a:bodyPr wrap="square">
            <a:spAutoFit/>
          </a:bodyPr>
          <a:lstStyle/>
          <a:p>
            <a:pPr marL="0" indent="0">
              <a:buNone/>
            </a:pPr>
            <a:r>
              <a:rPr lang="nl-NL" sz="1800" dirty="0"/>
              <a:t>Cirkel beweging model. (G2, G3)</a:t>
            </a:r>
          </a:p>
        </p:txBody>
      </p:sp>
    </p:spTree>
    <p:extLst>
      <p:ext uri="{BB962C8B-B14F-4D97-AF65-F5344CB8AC3E}">
        <p14:creationId xmlns:p14="http://schemas.microsoft.com/office/powerpoint/2010/main" val="15121326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02454B-4BD8-E02B-66B9-1F1708B7013D}"/>
              </a:ext>
            </a:extLst>
          </p:cNvPr>
          <p:cNvSpPr>
            <a:spLocks noGrp="1"/>
          </p:cNvSpPr>
          <p:nvPr>
            <p:ph type="title"/>
          </p:nvPr>
        </p:nvSpPr>
        <p:spPr/>
        <p:txBody>
          <a:bodyPr/>
          <a:lstStyle/>
          <a:p>
            <a:r>
              <a:rPr lang="nl-NL" dirty="0"/>
              <a:t>Hardware</a:t>
            </a:r>
          </a:p>
        </p:txBody>
      </p:sp>
      <p:sp>
        <p:nvSpPr>
          <p:cNvPr id="3" name="Tijdelijke aanduiding voor inhoud 2">
            <a:extLst>
              <a:ext uri="{FF2B5EF4-FFF2-40B4-BE49-F238E27FC236}">
                <a16:creationId xmlns:a16="http://schemas.microsoft.com/office/drawing/2014/main" id="{6EFBD0D7-88F2-C747-5E3E-EAB03424DC46}"/>
              </a:ext>
            </a:extLst>
          </p:cNvPr>
          <p:cNvSpPr>
            <a:spLocks noGrp="1"/>
          </p:cNvSpPr>
          <p:nvPr>
            <p:ph idx="1"/>
          </p:nvPr>
        </p:nvSpPr>
        <p:spPr/>
        <p:txBody>
          <a:bodyPr/>
          <a:lstStyle/>
          <a:p>
            <a:r>
              <a:rPr lang="nl-NL" dirty="0"/>
              <a:t>E</a:t>
            </a:r>
          </a:p>
        </p:txBody>
      </p:sp>
    </p:spTree>
    <p:extLst>
      <p:ext uri="{BB962C8B-B14F-4D97-AF65-F5344CB8AC3E}">
        <p14:creationId xmlns:p14="http://schemas.microsoft.com/office/powerpoint/2010/main" val="1280369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334BF8B-8FA6-2321-B771-08C723A15F15}"/>
              </a:ext>
            </a:extLst>
          </p:cNvPr>
          <p:cNvSpPr>
            <a:spLocks noGrp="1"/>
          </p:cNvSpPr>
          <p:nvPr>
            <p:ph type="title"/>
          </p:nvPr>
        </p:nvSpPr>
        <p:spPr/>
        <p:txBody>
          <a:bodyPr/>
          <a:lstStyle/>
          <a:p>
            <a:r>
              <a:rPr lang="nl-NL" dirty="0"/>
              <a:t>Mechanica</a:t>
            </a:r>
          </a:p>
        </p:txBody>
      </p:sp>
      <p:sp>
        <p:nvSpPr>
          <p:cNvPr id="3" name="Tijdelijke aanduiding voor inhoud 2">
            <a:extLst>
              <a:ext uri="{FF2B5EF4-FFF2-40B4-BE49-F238E27FC236}">
                <a16:creationId xmlns:a16="http://schemas.microsoft.com/office/drawing/2014/main" id="{0AC49E4E-DADB-459E-A7E1-9B0211D5D41D}"/>
              </a:ext>
            </a:extLst>
          </p:cNvPr>
          <p:cNvSpPr>
            <a:spLocks noGrp="1"/>
          </p:cNvSpPr>
          <p:nvPr>
            <p:ph idx="1"/>
          </p:nvPr>
        </p:nvSpPr>
        <p:spPr/>
        <p:txBody>
          <a:bodyPr/>
          <a:lstStyle/>
          <a:p>
            <a:endParaRPr lang="nl-NL"/>
          </a:p>
        </p:txBody>
      </p:sp>
    </p:spTree>
    <p:extLst>
      <p:ext uri="{BB962C8B-B14F-4D97-AF65-F5344CB8AC3E}">
        <p14:creationId xmlns:p14="http://schemas.microsoft.com/office/powerpoint/2010/main" val="3758924747"/>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187</TotalTime>
  <Words>452</Words>
  <Application>Microsoft Office PowerPoint</Application>
  <PresentationFormat>Breedbeeld</PresentationFormat>
  <Paragraphs>38</Paragraphs>
  <Slides>9</Slides>
  <Notes>5</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9</vt:i4>
      </vt:variant>
    </vt:vector>
  </HeadingPairs>
  <TitlesOfParts>
    <vt:vector size="13" baseType="lpstr">
      <vt:lpstr>Aptos</vt:lpstr>
      <vt:lpstr>Aptos Display</vt:lpstr>
      <vt:lpstr>Arial</vt:lpstr>
      <vt:lpstr>Kantoorthema</vt:lpstr>
      <vt:lpstr>Aansturing freesbank</vt:lpstr>
      <vt:lpstr>Inhoud</vt:lpstr>
      <vt:lpstr>Context</vt:lpstr>
      <vt:lpstr>Opdracht</vt:lpstr>
      <vt:lpstr>Opdracht</vt:lpstr>
      <vt:lpstr>Wat heb ik gedaan</vt:lpstr>
      <vt:lpstr>Ontwerpen software</vt:lpstr>
      <vt:lpstr>Hardware</vt:lpstr>
      <vt:lpstr>Mechanica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Olaf Goudriaan (1071349)</dc:creator>
  <cp:lastModifiedBy>Olaf Goudriaan (1071349)</cp:lastModifiedBy>
  <cp:revision>14</cp:revision>
  <dcterms:created xsi:type="dcterms:W3CDTF">2026-01-23T11:49:36Z</dcterms:created>
  <dcterms:modified xsi:type="dcterms:W3CDTF">2026-01-23T14:57:03Z</dcterms:modified>
</cp:coreProperties>
</file>