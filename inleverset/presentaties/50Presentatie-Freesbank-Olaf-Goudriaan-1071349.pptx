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9"/>
  </p:notesMasterIdLst>
  <p:sldIdLst>
    <p:sldId id="256" r:id="rId2"/>
    <p:sldId id="258" r:id="rId3"/>
    <p:sldId id="259" r:id="rId4"/>
    <p:sldId id="260" r:id="rId5"/>
    <p:sldId id="261" r:id="rId6"/>
    <p:sldId id="262"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48" autoAdjust="0"/>
  </p:normalViewPr>
  <p:slideViewPr>
    <p:cSldViewPr snapToGrid="0">
      <p:cViewPr varScale="1">
        <p:scale>
          <a:sx n="61" d="100"/>
          <a:sy n="61" d="100"/>
        </p:scale>
        <p:origin x="15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D6ADEF-9E79-4197-B0F6-BEA8FA4C228A}" type="datetimeFigureOut">
              <a:rPr lang="nl-NL" smtClean="0"/>
              <a:t>7-11-2025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DBDB7B-CAAF-4A18-9FD3-6A6F6BD41B26}" type="slidenum">
              <a:rPr lang="nl-NL" smtClean="0"/>
              <a:t>‹nr.›</a:t>
            </a:fld>
            <a:endParaRPr lang="nl-NL"/>
          </a:p>
        </p:txBody>
      </p:sp>
    </p:spTree>
    <p:extLst>
      <p:ext uri="{BB962C8B-B14F-4D97-AF65-F5344CB8AC3E}">
        <p14:creationId xmlns:p14="http://schemas.microsoft.com/office/powerpoint/2010/main" val="4008718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Welkom allemaal, ik loop stage bij het bedrijf sens2sea onder leiding van Geert </a:t>
            </a:r>
            <a:r>
              <a:rPr lang="nl-NL" dirty="0" err="1"/>
              <a:t>Mosterdijk</a:t>
            </a:r>
            <a:r>
              <a:rPr lang="nl-NL" dirty="0"/>
              <a:t>. De opdracht waar ik mee bezig ben is de aansturing van een freesbank te bouwen.</a:t>
            </a:r>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1</a:t>
            </a:fld>
            <a:endParaRPr lang="nl-NL"/>
          </a:p>
        </p:txBody>
      </p:sp>
    </p:spTree>
    <p:extLst>
      <p:ext uri="{BB962C8B-B14F-4D97-AF65-F5344CB8AC3E}">
        <p14:creationId xmlns:p14="http://schemas.microsoft.com/office/powerpoint/2010/main" val="2838791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Ik ga het hebben over wat mijn opdracht inhoud, </a:t>
            </a:r>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2</a:t>
            </a:fld>
            <a:endParaRPr lang="nl-NL"/>
          </a:p>
        </p:txBody>
      </p:sp>
    </p:spTree>
    <p:extLst>
      <p:ext uri="{BB962C8B-B14F-4D97-AF65-F5344CB8AC3E}">
        <p14:creationId xmlns:p14="http://schemas.microsoft.com/office/powerpoint/2010/main" val="363878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Sens2Sea is een klein bedrijf dat radar technologie ontwikkeld. Versimpeld zijn radars apparaten die radiogolven uitzenden om objecten te detecteren. Deze apparaten kunnen de locatie, snelheid en richting bepalen op basis van de terugkaatsing van de golven. Het voordeel van radar is dat het objecten zoals voertuigen, dieren en gebouwen kan detecteren bij slechte zichtbaarheid. Voor het verbeteren van een signaal van een radar gebruik je een antenne. Een voorbeeld van een soort antenne is een parabool antenne. Deze antennes zorgen ervoor dat de radar golven die uitgezonden worden lineair aan elkaar reizen totdat ze een object raken. Als deze golven een object raken, kaatst een deel ervan terug naar de antenne. Deze kaatst deze naar het brandpunt waar de radar chip zich bevind. Sens2Sea wilt deze antennes in 1x kunnen maken. Hiervoor willen ze dat ik van een freesmachine de aansturing en elektronica doe.</a:t>
            </a:r>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3</a:t>
            </a:fld>
            <a:endParaRPr lang="nl-NL"/>
          </a:p>
        </p:txBody>
      </p:sp>
    </p:spTree>
    <p:extLst>
      <p:ext uri="{BB962C8B-B14F-4D97-AF65-F5344CB8AC3E}">
        <p14:creationId xmlns:p14="http://schemas.microsoft.com/office/powerpoint/2010/main" val="2177807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software dat ik maak is gebaseerd op de opensource oplossing GRBL. De oplossing bied geen ondersteuning voor de beweging los te maken van de aansturing. Dit wilt mijn opdrachtgever wel. Dus aan mij de taak de besturing los te koppelen van de aansturing. Hierdoor word de oplossing modulair. Doordat de systeem modulair is kunnen er gemakkelijk andere soorten actuatoren en sensoren gebruikt kunnen worden. Hiernaast is een versimpeld diagram te zien van het systeem.</a:t>
            </a:r>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4</a:t>
            </a:fld>
            <a:endParaRPr lang="nl-NL"/>
          </a:p>
        </p:txBody>
      </p:sp>
    </p:spTree>
    <p:extLst>
      <p:ext uri="{BB962C8B-B14F-4D97-AF65-F5344CB8AC3E}">
        <p14:creationId xmlns:p14="http://schemas.microsoft.com/office/powerpoint/2010/main" val="2865956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Als eerste heb ik een </a:t>
            </a:r>
            <a:r>
              <a:rPr lang="nl-NL" dirty="0" err="1"/>
              <a:t>gitrepo</a:t>
            </a:r>
            <a:r>
              <a:rPr lang="nl-NL" dirty="0"/>
              <a:t> opgezet. Daarna ben ik begonnen met onderzoek te doen naar de bestaande oplossingen GRBL en wat de opdrachtgever wilt. Hieruit bleek dat een motor met encoder niet handig is omdat je dan afhankelijk bent van de fabrikant van de encoder voor de nauwkeurigheid van je systeem. CNC machines worden aangestuurd met G-code. Dit is een taal die deze machines genoeg informatie geven om de bewegingen te doen. Hierna ben ik aan de gang geweest met het systeem te ontwerpen en de G-code te implementatie te schrijven in C++. GRBL gebruikt een soort planner om de stukken g-code om te zetten in simpele bewegingen. Hier ben ik ook aan begonnen om deze te schrijven. Ook is er een Encoder besteld. Een encoder is een sensor dat de stappen telt waardoor je nauwkeurig kan bepalen waar de kop van de machine zich bevind. De encoder die is besteld heeft per rotatie 4028 mogelijkheden. Dus als het tandwiel 4 cm beweegt per rotatie heb je een nauwkeurigheid van ongeveer 0.01 mm</a:t>
            </a:r>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5</a:t>
            </a:fld>
            <a:endParaRPr lang="nl-NL"/>
          </a:p>
        </p:txBody>
      </p:sp>
    </p:spTree>
    <p:extLst>
      <p:ext uri="{BB962C8B-B14F-4D97-AF65-F5344CB8AC3E}">
        <p14:creationId xmlns:p14="http://schemas.microsoft.com/office/powerpoint/2010/main" val="2215347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Ik ga de komende tijd een testopstelling bouwen om te kijken of de loskoppeling van de beweging en de locatie bepaling werkt. En daarna ga ik verder met de rest van het systeem bouwen zoals de planner afmaken, meer </a:t>
            </a:r>
            <a:r>
              <a:rPr lang="nl-NL" dirty="0" err="1"/>
              <a:t>gcode</a:t>
            </a:r>
            <a:r>
              <a:rPr lang="nl-NL" dirty="0"/>
              <a:t> </a:t>
            </a:r>
            <a:r>
              <a:rPr lang="nl-NL" dirty="0" err="1"/>
              <a:t>commandos</a:t>
            </a:r>
            <a:r>
              <a:rPr lang="nl-NL" dirty="0"/>
              <a:t> </a:t>
            </a:r>
            <a:r>
              <a:rPr lang="nl-NL" dirty="0" err="1"/>
              <a:t>tovoegen</a:t>
            </a:r>
            <a:endParaRPr lang="nl-NL" dirty="0"/>
          </a:p>
        </p:txBody>
      </p:sp>
      <p:sp>
        <p:nvSpPr>
          <p:cNvPr id="4" name="Tijdelijke aanduiding voor dianummer 3"/>
          <p:cNvSpPr>
            <a:spLocks noGrp="1"/>
          </p:cNvSpPr>
          <p:nvPr>
            <p:ph type="sldNum" sz="quarter" idx="5"/>
          </p:nvPr>
        </p:nvSpPr>
        <p:spPr/>
        <p:txBody>
          <a:bodyPr/>
          <a:lstStyle/>
          <a:p>
            <a:fld id="{EDDBDB7B-CAAF-4A18-9FD3-6A6F6BD41B26}" type="slidenum">
              <a:rPr lang="nl-NL" smtClean="0"/>
              <a:t>6</a:t>
            </a:fld>
            <a:endParaRPr lang="nl-NL"/>
          </a:p>
        </p:txBody>
      </p:sp>
    </p:spTree>
    <p:extLst>
      <p:ext uri="{BB962C8B-B14F-4D97-AF65-F5344CB8AC3E}">
        <p14:creationId xmlns:p14="http://schemas.microsoft.com/office/powerpoint/2010/main" val="2495916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B8B7-9D67-18E3-420B-495D1AFA66E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A403DCB-60D7-4DA1-7DDB-A8A1D9A5C996}"/>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59BA1926-54D4-4A9D-1F14-8024288138B6}"/>
              </a:ext>
            </a:extLst>
          </p:cNvPr>
          <p:cNvSpPr>
            <a:spLocks noGrp="1"/>
          </p:cNvSpPr>
          <p:nvPr>
            <p:ph type="body" idx="1"/>
          </p:nvPr>
        </p:nvSpPr>
        <p:spPr/>
        <p:txBody>
          <a:bodyPr/>
          <a:lstStyle/>
          <a:p>
            <a:r>
              <a:rPr lang="nl-NL" dirty="0"/>
              <a:t>Welkom allemaal, ik loop stage bij het bedrijf sens2sea onder leiding van Geert </a:t>
            </a:r>
            <a:r>
              <a:rPr lang="nl-NL" dirty="0" err="1"/>
              <a:t>Mosterdijk</a:t>
            </a:r>
            <a:r>
              <a:rPr lang="nl-NL" dirty="0"/>
              <a:t>. De opdracht waar ik mee bezig ben is de aansturing van een freesbank te bouwen.</a:t>
            </a:r>
          </a:p>
        </p:txBody>
      </p:sp>
      <p:sp>
        <p:nvSpPr>
          <p:cNvPr id="4" name="Tijdelijke aanduiding voor dianummer 3">
            <a:extLst>
              <a:ext uri="{FF2B5EF4-FFF2-40B4-BE49-F238E27FC236}">
                <a16:creationId xmlns:a16="http://schemas.microsoft.com/office/drawing/2014/main" id="{B68D97F5-6A3F-71E5-F089-761187D59D86}"/>
              </a:ext>
            </a:extLst>
          </p:cNvPr>
          <p:cNvSpPr>
            <a:spLocks noGrp="1"/>
          </p:cNvSpPr>
          <p:nvPr>
            <p:ph type="sldNum" sz="quarter" idx="5"/>
          </p:nvPr>
        </p:nvSpPr>
        <p:spPr/>
        <p:txBody>
          <a:bodyPr/>
          <a:lstStyle/>
          <a:p>
            <a:fld id="{EDDBDB7B-CAAF-4A18-9FD3-6A6F6BD41B26}" type="slidenum">
              <a:rPr lang="nl-NL" smtClean="0"/>
              <a:t>7</a:t>
            </a:fld>
            <a:endParaRPr lang="nl-NL"/>
          </a:p>
        </p:txBody>
      </p:sp>
    </p:spTree>
    <p:extLst>
      <p:ext uri="{BB962C8B-B14F-4D97-AF65-F5344CB8AC3E}">
        <p14:creationId xmlns:p14="http://schemas.microsoft.com/office/powerpoint/2010/main" val="44099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nl-NL"/>
              <a:t>Klik om stijl te bewerken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F8DCF38-B568-4A94-BB05-6C20170C9326}" type="datetimeFigureOut">
              <a:rPr lang="nl-NL" smtClean="0"/>
              <a:t>7-11-2025</a:t>
            </a:fld>
            <a:endParaRPr lang="nl-NL"/>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nl-NL"/>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9402EC1-40B7-446C-9A2A-E17A9A8CFBA9}" type="slidenum">
              <a:rPr lang="nl-NL" smtClean="0"/>
              <a:t>‹nr.›</a:t>
            </a:fld>
            <a:endParaRPr lang="nl-NL"/>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2258207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8F8DCF38-B568-4A94-BB05-6C20170C9326}" type="datetimeFigureOut">
              <a:rPr lang="nl-NL" smtClean="0"/>
              <a:t>7-11-2025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3857418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ekop">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nl-NL"/>
              <a:t>Klik om stijl te bewerken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F8DCF38-B568-4A94-BB05-6C20170C9326}" type="datetimeFigureOut">
              <a:rPr lang="nl-NL" smtClean="0"/>
              <a:t>7-11-2025</a:t>
            </a:fld>
            <a:endParaRPr lang="nl-NL"/>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nl-NL"/>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9402EC1-40B7-446C-9A2A-E17A9A8CFBA9}" type="slidenum">
              <a:rPr lang="nl-NL" smtClean="0"/>
              <a:t>‹nr.›</a:t>
            </a:fld>
            <a:endParaRPr lang="nl-NL"/>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411289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nl-NL"/>
              <a:t>Klik om stijl te bewerken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fld id="{8F8DCF38-B568-4A94-BB05-6C20170C9326}" type="datetimeFigureOut">
              <a:rPr lang="nl-NL" smtClean="0"/>
              <a:t>7-11-2025</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97010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nl-NL"/>
              <a:t>Klik om stijl te bewerken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7" name="Date Placeholder 6"/>
          <p:cNvSpPr>
            <a:spLocks noGrp="1"/>
          </p:cNvSpPr>
          <p:nvPr>
            <p:ph type="dt" sz="half" idx="10"/>
          </p:nvPr>
        </p:nvSpPr>
        <p:spPr/>
        <p:txBody>
          <a:bodyPr/>
          <a:lstStyle/>
          <a:p>
            <a:fld id="{8F8DCF38-B568-4A94-BB05-6C20170C9326}" type="datetimeFigureOut">
              <a:rPr lang="nl-NL" smtClean="0"/>
              <a:t>7-11-2025</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3415829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fld id="{8F8DCF38-B568-4A94-BB05-6C20170C9326}" type="datetimeFigureOut">
              <a:rPr lang="nl-NL" smtClean="0"/>
              <a:t>7-11-2025</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1875479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8DCF38-B568-4A94-BB05-6C20170C9326}" type="datetimeFigureOut">
              <a:rPr lang="nl-NL" smtClean="0"/>
              <a:t>7-11-2025</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4202327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nl-NL"/>
              <a:t>Klik om stijl te bewerken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F8DCF38-B568-4A94-BB05-6C20170C9326}" type="datetimeFigureOut">
              <a:rPr lang="nl-NL" smtClean="0"/>
              <a:t>7-11-2025</a:t>
            </a:fld>
            <a:endParaRPr lang="nl-N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nl-NL"/>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402EC1-40B7-446C-9A2A-E17A9A8CFBA9}" type="slidenum">
              <a:rPr lang="nl-NL" smtClean="0"/>
              <a:t>‹nr.›</a:t>
            </a:fld>
            <a:endParaRPr lang="nl-N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50665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Afbeelding met bijschrift">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nl-NL"/>
              <a:t>Klik om stijl te bewerken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F8DCF38-B568-4A94-BB05-6C20170C9326}" type="datetimeFigureOut">
              <a:rPr lang="nl-NL" smtClean="0"/>
              <a:t>7-11-2025</a:t>
            </a:fld>
            <a:endParaRPr lang="nl-NL"/>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nl-NL"/>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9402EC1-40B7-446C-9A2A-E17A9A8CFBA9}" type="slidenum">
              <a:rPr lang="nl-NL" smtClean="0"/>
              <a:t>‹nr.›</a:t>
            </a:fld>
            <a:endParaRPr lang="nl-NL"/>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52416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8F8DCF38-B568-4A94-BB05-6C20170C9326}" type="datetimeFigureOut">
              <a:rPr lang="nl-NL" smtClean="0"/>
              <a:t>7-11-2025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2101784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nl-NL"/>
              <a:t>Klik om stijl te bewerken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fld id="{8F8DCF38-B568-4A94-BB05-6C20170C9326}" type="datetimeFigureOut">
              <a:rPr lang="nl-NL" smtClean="0"/>
              <a:t>7-11-2025</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99402EC1-40B7-446C-9A2A-E17A9A8CFBA9}" type="slidenum">
              <a:rPr lang="nl-NL" smtClean="0"/>
              <a:t>‹nr.›</a:t>
            </a:fld>
            <a:endParaRPr lang="nl-NL"/>
          </a:p>
        </p:txBody>
      </p:sp>
    </p:spTree>
    <p:extLst>
      <p:ext uri="{BB962C8B-B14F-4D97-AF65-F5344CB8AC3E}">
        <p14:creationId xmlns:p14="http://schemas.microsoft.com/office/powerpoint/2010/main" val="1372832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nl-NL"/>
              <a:t>Klik om stijl te bewerken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F8DCF38-B568-4A94-BB05-6C20170C9326}" type="datetimeFigureOut">
              <a:rPr lang="nl-NL" smtClean="0"/>
              <a:t>7-11-2025</a:t>
            </a:fld>
            <a:endParaRPr lang="nl-NL"/>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nl-NL"/>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9402EC1-40B7-446C-9A2A-E17A9A8CFBA9}" type="slidenum">
              <a:rPr lang="nl-NL" smtClean="0"/>
              <a:t>‹nr.›</a:t>
            </a:fld>
            <a:endParaRPr lang="nl-NL"/>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12159273"/>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73D7D9-8D86-DDB5-D5EA-F85E1A1203A7}"/>
              </a:ext>
            </a:extLst>
          </p:cNvPr>
          <p:cNvSpPr>
            <a:spLocks noGrp="1"/>
          </p:cNvSpPr>
          <p:nvPr>
            <p:ph type="ctrTitle"/>
          </p:nvPr>
        </p:nvSpPr>
        <p:spPr>
          <a:xfrm>
            <a:off x="1562669" y="1480930"/>
            <a:ext cx="8447964" cy="3254321"/>
          </a:xfrm>
        </p:spPr>
        <p:txBody>
          <a:bodyPr>
            <a:normAutofit/>
          </a:bodyPr>
          <a:lstStyle/>
          <a:p>
            <a:pPr algn="l"/>
            <a:r>
              <a:rPr lang="nl-NL" sz="6600" dirty="0"/>
              <a:t>Freesbank</a:t>
            </a:r>
          </a:p>
        </p:txBody>
      </p:sp>
      <p:sp>
        <p:nvSpPr>
          <p:cNvPr id="3" name="Ondertitel 2">
            <a:extLst>
              <a:ext uri="{FF2B5EF4-FFF2-40B4-BE49-F238E27FC236}">
                <a16:creationId xmlns:a16="http://schemas.microsoft.com/office/drawing/2014/main" id="{485511B8-B0EB-B9EA-79BD-68A80BC24E41}"/>
              </a:ext>
            </a:extLst>
          </p:cNvPr>
          <p:cNvSpPr>
            <a:spLocks noGrp="1"/>
          </p:cNvSpPr>
          <p:nvPr>
            <p:ph type="subTitle" idx="1"/>
          </p:nvPr>
        </p:nvSpPr>
        <p:spPr>
          <a:xfrm>
            <a:off x="1562668" y="4804850"/>
            <a:ext cx="5957248" cy="1086237"/>
          </a:xfrm>
        </p:spPr>
        <p:txBody>
          <a:bodyPr>
            <a:normAutofit/>
          </a:bodyPr>
          <a:lstStyle/>
          <a:p>
            <a:pPr algn="l">
              <a:spcAft>
                <a:spcPts val="600"/>
              </a:spcAft>
            </a:pPr>
            <a:r>
              <a:rPr lang="nl-NL">
                <a:solidFill>
                  <a:schemeClr val="tx2"/>
                </a:solidFill>
              </a:rPr>
              <a:t>Sens2Sea</a:t>
            </a:r>
          </a:p>
        </p:txBody>
      </p:sp>
      <p:pic>
        <p:nvPicPr>
          <p:cNvPr id="1030" name="Picture 6" descr="Sens2Sea - About Page">
            <a:extLst>
              <a:ext uri="{FF2B5EF4-FFF2-40B4-BE49-F238E27FC236}">
                <a16:creationId xmlns:a16="http://schemas.microsoft.com/office/drawing/2014/main" id="{CB2A0602-A3B5-81FC-D49A-1BE201A17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364" y="204983"/>
            <a:ext cx="4614818" cy="887309"/>
          </a:xfrm>
          <a:prstGeom prst="rect">
            <a:avLst/>
          </a:prstGeom>
          <a:noFill/>
          <a:extLst>
            <a:ext uri="{909E8E84-426E-40DD-AFC4-6F175D3DCCD1}">
              <a14:hiddenFill xmlns:a14="http://schemas.microsoft.com/office/drawing/2010/main">
                <a:solidFill>
                  <a:srgbClr val="FFFFFF"/>
                </a:solidFill>
              </a14:hiddenFill>
            </a:ext>
          </a:extLst>
        </p:spPr>
      </p:pic>
      <p:pic>
        <p:nvPicPr>
          <p:cNvPr id="9" name="Afbeelding 8">
            <a:extLst>
              <a:ext uri="{FF2B5EF4-FFF2-40B4-BE49-F238E27FC236}">
                <a16:creationId xmlns:a16="http://schemas.microsoft.com/office/drawing/2014/main" id="{1C1FC47B-E2C0-57FC-3710-EF5BC91B04EC}"/>
              </a:ext>
            </a:extLst>
          </p:cNvPr>
          <p:cNvPicPr>
            <a:picLocks noChangeAspect="1"/>
          </p:cNvPicPr>
          <p:nvPr/>
        </p:nvPicPr>
        <p:blipFill>
          <a:blip r:embed="rId4"/>
          <a:srcRect l="7124" t="15676" r="6230" b="14582"/>
          <a:stretch/>
        </p:blipFill>
        <p:spPr>
          <a:xfrm>
            <a:off x="1408176" y="1411331"/>
            <a:ext cx="2798064" cy="2011680"/>
          </a:xfrm>
          <a:prstGeom prst="rect">
            <a:avLst/>
          </a:prstGeom>
        </p:spPr>
      </p:pic>
    </p:spTree>
    <p:extLst>
      <p:ext uri="{BB962C8B-B14F-4D97-AF65-F5344CB8AC3E}">
        <p14:creationId xmlns:p14="http://schemas.microsoft.com/office/powerpoint/2010/main" val="2878645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6EA5C6-EC4E-297E-C24A-D072B39334EC}"/>
              </a:ext>
            </a:extLst>
          </p:cNvPr>
          <p:cNvSpPr>
            <a:spLocks noGrp="1"/>
          </p:cNvSpPr>
          <p:nvPr>
            <p:ph type="title"/>
          </p:nvPr>
        </p:nvSpPr>
        <p:spPr/>
        <p:txBody>
          <a:bodyPr/>
          <a:lstStyle/>
          <a:p>
            <a:r>
              <a:rPr lang="nl-NL" dirty="0"/>
              <a:t>Inhoud</a:t>
            </a:r>
          </a:p>
        </p:txBody>
      </p:sp>
      <p:sp>
        <p:nvSpPr>
          <p:cNvPr id="3" name="Tijdelijke aanduiding voor inhoud 2">
            <a:extLst>
              <a:ext uri="{FF2B5EF4-FFF2-40B4-BE49-F238E27FC236}">
                <a16:creationId xmlns:a16="http://schemas.microsoft.com/office/drawing/2014/main" id="{C9B2D443-9C08-5F20-416F-9A467D407BD1}"/>
              </a:ext>
            </a:extLst>
          </p:cNvPr>
          <p:cNvSpPr>
            <a:spLocks noGrp="1"/>
          </p:cNvSpPr>
          <p:nvPr>
            <p:ph idx="1"/>
          </p:nvPr>
        </p:nvSpPr>
        <p:spPr/>
        <p:txBody>
          <a:bodyPr/>
          <a:lstStyle/>
          <a:p>
            <a:r>
              <a:rPr lang="nl-NL" dirty="0"/>
              <a:t>Context</a:t>
            </a:r>
          </a:p>
          <a:p>
            <a:r>
              <a:rPr lang="nl-NL" dirty="0"/>
              <a:t>Wat is mijn opdracht</a:t>
            </a:r>
          </a:p>
          <a:p>
            <a:r>
              <a:rPr lang="nl-NL" dirty="0"/>
              <a:t>Wat heb ik al gedaan</a:t>
            </a:r>
          </a:p>
          <a:p>
            <a:r>
              <a:rPr lang="nl-NL" dirty="0"/>
              <a:t>Wat ga ik nog doen</a:t>
            </a:r>
          </a:p>
          <a:p>
            <a:r>
              <a:rPr lang="nl-NL" dirty="0"/>
              <a:t>Vragen?</a:t>
            </a:r>
          </a:p>
          <a:p>
            <a:pPr marL="0" indent="0">
              <a:buNone/>
            </a:pPr>
            <a:endParaRPr lang="nl-NL" dirty="0"/>
          </a:p>
          <a:p>
            <a:endParaRPr lang="nl-NL" dirty="0"/>
          </a:p>
        </p:txBody>
      </p:sp>
      <p:pic>
        <p:nvPicPr>
          <p:cNvPr id="5" name="Afbeelding 4">
            <a:extLst>
              <a:ext uri="{FF2B5EF4-FFF2-40B4-BE49-F238E27FC236}">
                <a16:creationId xmlns:a16="http://schemas.microsoft.com/office/drawing/2014/main" id="{1E59F4CD-EF7A-A488-74F8-711BA32D6816}"/>
              </a:ext>
            </a:extLst>
          </p:cNvPr>
          <p:cNvPicPr>
            <a:picLocks noChangeAspect="1"/>
          </p:cNvPicPr>
          <p:nvPr/>
        </p:nvPicPr>
        <p:blipFill>
          <a:blip r:embed="rId3"/>
          <a:stretch>
            <a:fillRect/>
          </a:stretch>
        </p:blipFill>
        <p:spPr>
          <a:xfrm>
            <a:off x="10945448" y="207684"/>
            <a:ext cx="962025" cy="962025"/>
          </a:xfrm>
          <a:prstGeom prst="rect">
            <a:avLst/>
          </a:prstGeom>
        </p:spPr>
      </p:pic>
    </p:spTree>
    <p:extLst>
      <p:ext uri="{BB962C8B-B14F-4D97-AF65-F5344CB8AC3E}">
        <p14:creationId xmlns:p14="http://schemas.microsoft.com/office/powerpoint/2010/main" val="314975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68A2E682-E527-CFE7-A02C-10438387C1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39C1424-7F50-02B4-4909-3B749AAADB40}"/>
              </a:ext>
            </a:extLst>
          </p:cNvPr>
          <p:cNvSpPr>
            <a:spLocks noGrp="1"/>
          </p:cNvSpPr>
          <p:nvPr>
            <p:ph type="title"/>
          </p:nvPr>
        </p:nvSpPr>
        <p:spPr/>
        <p:txBody>
          <a:bodyPr/>
          <a:lstStyle/>
          <a:p>
            <a:r>
              <a:rPr lang="nl-NL" dirty="0"/>
              <a:t>Context</a:t>
            </a:r>
          </a:p>
        </p:txBody>
      </p:sp>
      <p:sp>
        <p:nvSpPr>
          <p:cNvPr id="3" name="Tijdelijke aanduiding voor inhoud 2">
            <a:extLst>
              <a:ext uri="{FF2B5EF4-FFF2-40B4-BE49-F238E27FC236}">
                <a16:creationId xmlns:a16="http://schemas.microsoft.com/office/drawing/2014/main" id="{32507E1A-3CA8-3DF8-BDA0-CBE68355B9DE}"/>
              </a:ext>
            </a:extLst>
          </p:cNvPr>
          <p:cNvSpPr>
            <a:spLocks noGrp="1"/>
          </p:cNvSpPr>
          <p:nvPr>
            <p:ph idx="1"/>
          </p:nvPr>
        </p:nvSpPr>
        <p:spPr/>
        <p:txBody>
          <a:bodyPr/>
          <a:lstStyle/>
          <a:p>
            <a:r>
              <a:rPr lang="nl-NL" dirty="0"/>
              <a:t>Radar</a:t>
            </a:r>
          </a:p>
          <a:p>
            <a:r>
              <a:rPr lang="nl-NL" dirty="0"/>
              <a:t>Antennes</a:t>
            </a:r>
          </a:p>
        </p:txBody>
      </p:sp>
      <p:pic>
        <p:nvPicPr>
          <p:cNvPr id="5" name="Afbeelding 4">
            <a:extLst>
              <a:ext uri="{FF2B5EF4-FFF2-40B4-BE49-F238E27FC236}">
                <a16:creationId xmlns:a16="http://schemas.microsoft.com/office/drawing/2014/main" id="{128D8DA0-3924-4552-13CE-BE0F1D65AE6A}"/>
              </a:ext>
            </a:extLst>
          </p:cNvPr>
          <p:cNvPicPr>
            <a:picLocks noChangeAspect="1"/>
          </p:cNvPicPr>
          <p:nvPr/>
        </p:nvPicPr>
        <p:blipFill>
          <a:blip r:embed="rId3"/>
          <a:stretch>
            <a:fillRect/>
          </a:stretch>
        </p:blipFill>
        <p:spPr>
          <a:xfrm>
            <a:off x="10945448" y="207684"/>
            <a:ext cx="962025" cy="962025"/>
          </a:xfrm>
          <a:prstGeom prst="rect">
            <a:avLst/>
          </a:prstGeom>
        </p:spPr>
      </p:pic>
      <p:pic>
        <p:nvPicPr>
          <p:cNvPr id="1032" name="Picture 8" descr="75.400+ Radar Stockfoto's, afbeeldingen en royalty-free beelden - iStock |  Tandwiel, Rader, Proces">
            <a:extLst>
              <a:ext uri="{FF2B5EF4-FFF2-40B4-BE49-F238E27FC236}">
                <a16:creationId xmlns:a16="http://schemas.microsoft.com/office/drawing/2014/main" id="{6A9472EA-A8C7-ADA1-5CEC-6967670798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0506" y="4419424"/>
            <a:ext cx="2792037" cy="22308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Antennes satellieten - Frans Van Eeckhout - rendement van een  paraboolantenne">
            <a:extLst>
              <a:ext uri="{FF2B5EF4-FFF2-40B4-BE49-F238E27FC236}">
                <a16:creationId xmlns:a16="http://schemas.microsoft.com/office/drawing/2014/main" id="{832FB452-2F13-A07C-068A-B13EB1CBB0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9871" y="2423684"/>
            <a:ext cx="1592672" cy="1743756"/>
          </a:xfrm>
          <a:prstGeom prst="rect">
            <a:avLst/>
          </a:prstGeom>
          <a:noFill/>
          <a:extLst>
            <a:ext uri="{909E8E84-426E-40DD-AFC4-6F175D3DCCD1}">
              <a14:hiddenFill xmlns:a14="http://schemas.microsoft.com/office/drawing/2010/main">
                <a:solidFill>
                  <a:srgbClr val="FFFFFF"/>
                </a:solidFill>
              </a14:hiddenFill>
            </a:ext>
          </a:extLst>
        </p:spPr>
      </p:pic>
      <p:pic>
        <p:nvPicPr>
          <p:cNvPr id="8" name="Afbeelding 7">
            <a:extLst>
              <a:ext uri="{FF2B5EF4-FFF2-40B4-BE49-F238E27FC236}">
                <a16:creationId xmlns:a16="http://schemas.microsoft.com/office/drawing/2014/main" id="{937C8D8D-9A78-EBBC-567E-6F0363C324A9}"/>
              </a:ext>
            </a:extLst>
          </p:cNvPr>
          <p:cNvPicPr>
            <a:picLocks noChangeAspect="1"/>
          </p:cNvPicPr>
          <p:nvPr/>
        </p:nvPicPr>
        <p:blipFill>
          <a:blip r:embed="rId6"/>
          <a:srcRect l="7124" t="15676" r="6230" b="14582"/>
          <a:stretch/>
        </p:blipFill>
        <p:spPr>
          <a:xfrm>
            <a:off x="914400" y="4529030"/>
            <a:ext cx="2798064" cy="2011680"/>
          </a:xfrm>
          <a:prstGeom prst="rect">
            <a:avLst/>
          </a:prstGeom>
        </p:spPr>
      </p:pic>
    </p:spTree>
    <p:extLst>
      <p:ext uri="{BB962C8B-B14F-4D97-AF65-F5344CB8AC3E}">
        <p14:creationId xmlns:p14="http://schemas.microsoft.com/office/powerpoint/2010/main" val="3075978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A473F075-E108-AD20-C220-5EC23ABA774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20D1303-13A6-E8EA-F395-E678CAA86C90}"/>
              </a:ext>
            </a:extLst>
          </p:cNvPr>
          <p:cNvSpPr>
            <a:spLocks noGrp="1"/>
          </p:cNvSpPr>
          <p:nvPr>
            <p:ph type="title"/>
          </p:nvPr>
        </p:nvSpPr>
        <p:spPr/>
        <p:txBody>
          <a:bodyPr/>
          <a:lstStyle/>
          <a:p>
            <a:r>
              <a:rPr lang="nl-NL" dirty="0"/>
              <a:t>Wat houd mijn opdracht in</a:t>
            </a:r>
          </a:p>
        </p:txBody>
      </p:sp>
      <p:sp>
        <p:nvSpPr>
          <p:cNvPr id="3" name="Tijdelijke aanduiding voor inhoud 2">
            <a:extLst>
              <a:ext uri="{FF2B5EF4-FFF2-40B4-BE49-F238E27FC236}">
                <a16:creationId xmlns:a16="http://schemas.microsoft.com/office/drawing/2014/main" id="{AA48FFF4-6A63-60D9-DFA2-C047404982AB}"/>
              </a:ext>
            </a:extLst>
          </p:cNvPr>
          <p:cNvSpPr>
            <a:spLocks noGrp="1"/>
          </p:cNvSpPr>
          <p:nvPr>
            <p:ph idx="1"/>
          </p:nvPr>
        </p:nvSpPr>
        <p:spPr/>
        <p:txBody>
          <a:bodyPr/>
          <a:lstStyle/>
          <a:p>
            <a:r>
              <a:rPr lang="nl-NL" dirty="0"/>
              <a:t>GRBL</a:t>
            </a:r>
          </a:p>
          <a:p>
            <a:r>
              <a:rPr lang="nl-NL" dirty="0"/>
              <a:t>Modulair</a:t>
            </a:r>
          </a:p>
        </p:txBody>
      </p:sp>
      <p:pic>
        <p:nvPicPr>
          <p:cNvPr id="5" name="Afbeelding 4">
            <a:extLst>
              <a:ext uri="{FF2B5EF4-FFF2-40B4-BE49-F238E27FC236}">
                <a16:creationId xmlns:a16="http://schemas.microsoft.com/office/drawing/2014/main" id="{0FB9BE4C-A6D8-EB2C-4BC4-4A2C18C30ED4}"/>
              </a:ext>
            </a:extLst>
          </p:cNvPr>
          <p:cNvPicPr>
            <a:picLocks noChangeAspect="1"/>
          </p:cNvPicPr>
          <p:nvPr/>
        </p:nvPicPr>
        <p:blipFill>
          <a:blip r:embed="rId3"/>
          <a:stretch>
            <a:fillRect/>
          </a:stretch>
        </p:blipFill>
        <p:spPr>
          <a:xfrm>
            <a:off x="10945448" y="207684"/>
            <a:ext cx="962025" cy="962025"/>
          </a:xfrm>
          <a:prstGeom prst="rect">
            <a:avLst/>
          </a:prstGeom>
        </p:spPr>
      </p:pic>
      <p:pic>
        <p:nvPicPr>
          <p:cNvPr id="9" name="Afbeelding 8">
            <a:extLst>
              <a:ext uri="{FF2B5EF4-FFF2-40B4-BE49-F238E27FC236}">
                <a16:creationId xmlns:a16="http://schemas.microsoft.com/office/drawing/2014/main" id="{1FA461BC-67DC-3693-49A6-19F339A7414F}"/>
              </a:ext>
            </a:extLst>
          </p:cNvPr>
          <p:cNvPicPr>
            <a:picLocks noChangeAspect="1"/>
          </p:cNvPicPr>
          <p:nvPr/>
        </p:nvPicPr>
        <p:blipFill>
          <a:blip r:embed="rId4"/>
          <a:stretch>
            <a:fillRect/>
          </a:stretch>
        </p:blipFill>
        <p:spPr>
          <a:xfrm>
            <a:off x="6518744" y="1916112"/>
            <a:ext cx="5388729" cy="4781177"/>
          </a:xfrm>
          <a:prstGeom prst="rect">
            <a:avLst/>
          </a:prstGeom>
        </p:spPr>
      </p:pic>
    </p:spTree>
    <p:extLst>
      <p:ext uri="{BB962C8B-B14F-4D97-AF65-F5344CB8AC3E}">
        <p14:creationId xmlns:p14="http://schemas.microsoft.com/office/powerpoint/2010/main" val="1771553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DA3BB99-999E-246C-3478-F41A6659DAC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E4659B-5ADD-8323-8BE4-7247776C0A36}"/>
              </a:ext>
            </a:extLst>
          </p:cNvPr>
          <p:cNvSpPr>
            <a:spLocks noGrp="1"/>
          </p:cNvSpPr>
          <p:nvPr>
            <p:ph type="title"/>
          </p:nvPr>
        </p:nvSpPr>
        <p:spPr/>
        <p:txBody>
          <a:bodyPr/>
          <a:lstStyle/>
          <a:p>
            <a:r>
              <a:rPr lang="nl-NL" dirty="0"/>
              <a:t>Wat heb ik al gedaan</a:t>
            </a:r>
          </a:p>
        </p:txBody>
      </p:sp>
      <p:sp>
        <p:nvSpPr>
          <p:cNvPr id="3" name="Tijdelijke aanduiding voor inhoud 2">
            <a:extLst>
              <a:ext uri="{FF2B5EF4-FFF2-40B4-BE49-F238E27FC236}">
                <a16:creationId xmlns:a16="http://schemas.microsoft.com/office/drawing/2014/main" id="{13101D19-4AA2-E428-D7F8-25A1802ABA17}"/>
              </a:ext>
            </a:extLst>
          </p:cNvPr>
          <p:cNvSpPr>
            <a:spLocks noGrp="1"/>
          </p:cNvSpPr>
          <p:nvPr>
            <p:ph idx="1"/>
          </p:nvPr>
        </p:nvSpPr>
        <p:spPr/>
        <p:txBody>
          <a:bodyPr/>
          <a:lstStyle/>
          <a:p>
            <a:r>
              <a:rPr lang="nl-NL" dirty="0"/>
              <a:t>Software</a:t>
            </a:r>
          </a:p>
          <a:p>
            <a:r>
              <a:rPr lang="nl-NL" dirty="0"/>
              <a:t>Motor met encoder</a:t>
            </a:r>
          </a:p>
          <a:p>
            <a:r>
              <a:rPr lang="nl-NL" dirty="0"/>
              <a:t>Losse encoder</a:t>
            </a:r>
          </a:p>
        </p:txBody>
      </p:sp>
      <p:pic>
        <p:nvPicPr>
          <p:cNvPr id="5" name="Afbeelding 4">
            <a:extLst>
              <a:ext uri="{FF2B5EF4-FFF2-40B4-BE49-F238E27FC236}">
                <a16:creationId xmlns:a16="http://schemas.microsoft.com/office/drawing/2014/main" id="{E85A6D71-55FE-3A10-EA5C-8EE9AC72E723}"/>
              </a:ext>
            </a:extLst>
          </p:cNvPr>
          <p:cNvPicPr>
            <a:picLocks noChangeAspect="1"/>
          </p:cNvPicPr>
          <p:nvPr/>
        </p:nvPicPr>
        <p:blipFill>
          <a:blip r:embed="rId3"/>
          <a:stretch>
            <a:fillRect/>
          </a:stretch>
        </p:blipFill>
        <p:spPr>
          <a:xfrm>
            <a:off x="10945448" y="207684"/>
            <a:ext cx="962025" cy="962025"/>
          </a:xfrm>
          <a:prstGeom prst="rect">
            <a:avLst/>
          </a:prstGeom>
        </p:spPr>
      </p:pic>
      <p:pic>
        <p:nvPicPr>
          <p:cNvPr id="5122" name="Picture 2" descr="E6B2-C | OMRON, Nederland">
            <a:extLst>
              <a:ext uri="{FF2B5EF4-FFF2-40B4-BE49-F238E27FC236}">
                <a16:creationId xmlns:a16="http://schemas.microsoft.com/office/drawing/2014/main" id="{AFBC35D0-18EF-E9DB-2339-FADA1D06B3D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544" t="12418" r="7395" b="9969"/>
          <a:stretch/>
        </p:blipFill>
        <p:spPr bwMode="auto">
          <a:xfrm>
            <a:off x="9598811" y="1545398"/>
            <a:ext cx="1841326" cy="1252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9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6EA3269-6419-192C-E2A0-2FA1BE1B86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50F1CCF-0114-9AD4-AD2B-E46AF56D6638}"/>
              </a:ext>
            </a:extLst>
          </p:cNvPr>
          <p:cNvSpPr>
            <a:spLocks noGrp="1"/>
          </p:cNvSpPr>
          <p:nvPr>
            <p:ph type="title"/>
          </p:nvPr>
        </p:nvSpPr>
        <p:spPr/>
        <p:txBody>
          <a:bodyPr/>
          <a:lstStyle/>
          <a:p>
            <a:r>
              <a:rPr lang="nl-NL" dirty="0"/>
              <a:t>Wat ga ik nog doen.</a:t>
            </a:r>
          </a:p>
        </p:txBody>
      </p:sp>
      <p:sp>
        <p:nvSpPr>
          <p:cNvPr id="3" name="Tijdelijke aanduiding voor inhoud 2">
            <a:extLst>
              <a:ext uri="{FF2B5EF4-FFF2-40B4-BE49-F238E27FC236}">
                <a16:creationId xmlns:a16="http://schemas.microsoft.com/office/drawing/2014/main" id="{B2F623A7-AEFB-7729-2B4C-F7E05A4E30F2}"/>
              </a:ext>
            </a:extLst>
          </p:cNvPr>
          <p:cNvSpPr>
            <a:spLocks noGrp="1"/>
          </p:cNvSpPr>
          <p:nvPr>
            <p:ph idx="1"/>
          </p:nvPr>
        </p:nvSpPr>
        <p:spPr/>
        <p:txBody>
          <a:bodyPr/>
          <a:lstStyle/>
          <a:p>
            <a:r>
              <a:rPr lang="nl-NL" dirty="0"/>
              <a:t>Testopstelling bouwen</a:t>
            </a:r>
          </a:p>
          <a:p>
            <a:r>
              <a:rPr lang="nl-NL" dirty="0"/>
              <a:t>Planner afmaken, meer G-code </a:t>
            </a:r>
            <a:r>
              <a:rPr lang="nl-NL" dirty="0" err="1"/>
              <a:t>commands</a:t>
            </a:r>
            <a:r>
              <a:rPr lang="nl-NL" dirty="0"/>
              <a:t> ondersteunen</a:t>
            </a:r>
          </a:p>
          <a:p>
            <a:endParaRPr lang="nl-NL" dirty="0"/>
          </a:p>
        </p:txBody>
      </p:sp>
      <p:pic>
        <p:nvPicPr>
          <p:cNvPr id="5" name="Afbeelding 4">
            <a:extLst>
              <a:ext uri="{FF2B5EF4-FFF2-40B4-BE49-F238E27FC236}">
                <a16:creationId xmlns:a16="http://schemas.microsoft.com/office/drawing/2014/main" id="{A22F6A66-1610-861C-BEBF-C1C22C4BA77B}"/>
              </a:ext>
            </a:extLst>
          </p:cNvPr>
          <p:cNvPicPr>
            <a:picLocks noChangeAspect="1"/>
          </p:cNvPicPr>
          <p:nvPr/>
        </p:nvPicPr>
        <p:blipFill>
          <a:blip r:embed="rId3"/>
          <a:stretch>
            <a:fillRect/>
          </a:stretch>
        </p:blipFill>
        <p:spPr>
          <a:xfrm>
            <a:off x="10945448" y="207684"/>
            <a:ext cx="962025" cy="962025"/>
          </a:xfrm>
          <a:prstGeom prst="rect">
            <a:avLst/>
          </a:prstGeom>
        </p:spPr>
      </p:pic>
    </p:spTree>
    <p:extLst>
      <p:ext uri="{BB962C8B-B14F-4D97-AF65-F5344CB8AC3E}">
        <p14:creationId xmlns:p14="http://schemas.microsoft.com/office/powerpoint/2010/main" val="1710270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5830B270-C1A5-DC6B-B8E0-AAB9865D3D3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DD0D59-C7BD-1E63-68C4-8007213DE38C}"/>
              </a:ext>
            </a:extLst>
          </p:cNvPr>
          <p:cNvSpPr>
            <a:spLocks noGrp="1"/>
          </p:cNvSpPr>
          <p:nvPr>
            <p:ph type="ctrTitle"/>
          </p:nvPr>
        </p:nvSpPr>
        <p:spPr>
          <a:xfrm>
            <a:off x="1562669" y="1480930"/>
            <a:ext cx="8447964" cy="3254321"/>
          </a:xfrm>
        </p:spPr>
        <p:txBody>
          <a:bodyPr>
            <a:normAutofit/>
          </a:bodyPr>
          <a:lstStyle/>
          <a:p>
            <a:pPr algn="l"/>
            <a:r>
              <a:rPr lang="nl-NL" sz="6600" dirty="0"/>
              <a:t>Vragen?</a:t>
            </a:r>
          </a:p>
        </p:txBody>
      </p:sp>
      <p:pic>
        <p:nvPicPr>
          <p:cNvPr id="1030" name="Picture 6" descr="Sens2Sea - About Page">
            <a:extLst>
              <a:ext uri="{FF2B5EF4-FFF2-40B4-BE49-F238E27FC236}">
                <a16:creationId xmlns:a16="http://schemas.microsoft.com/office/drawing/2014/main" id="{0AD68D26-80AD-07F9-71F3-C027AC8250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364" y="204983"/>
            <a:ext cx="4614818" cy="887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13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Bijgesneden">
  <a:themeElements>
    <a:clrScheme name="Bijgesneden">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Bijgesneden">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ijgesneden">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TM10001105[[fn=Bijgesneden]]</Template>
  <TotalTime>111</TotalTime>
  <Words>609</Words>
  <Application>Microsoft Office PowerPoint</Application>
  <PresentationFormat>Breedbeeld</PresentationFormat>
  <Paragraphs>36</Paragraphs>
  <Slides>7</Slides>
  <Notes>7</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7</vt:i4>
      </vt:variant>
    </vt:vector>
  </HeadingPairs>
  <TitlesOfParts>
    <vt:vector size="11" baseType="lpstr">
      <vt:lpstr>Aptos</vt:lpstr>
      <vt:lpstr>Arial</vt:lpstr>
      <vt:lpstr>Franklin Gothic Book</vt:lpstr>
      <vt:lpstr>Bijgesneden</vt:lpstr>
      <vt:lpstr>Freesbank</vt:lpstr>
      <vt:lpstr>Inhoud</vt:lpstr>
      <vt:lpstr>Context</vt:lpstr>
      <vt:lpstr>Wat houd mijn opdracht in</vt:lpstr>
      <vt:lpstr>Wat heb ik al gedaan</vt:lpstr>
      <vt:lpstr>Wat ga ik nog doen.</vt:lpstr>
      <vt:lpstr>Vragen?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Olaf Goudriaan (1071349)</dc:creator>
  <cp:lastModifiedBy>Olaf Goudriaan (1071349)</cp:lastModifiedBy>
  <cp:revision>16</cp:revision>
  <dcterms:created xsi:type="dcterms:W3CDTF">2025-10-27T09:47:14Z</dcterms:created>
  <dcterms:modified xsi:type="dcterms:W3CDTF">2025-11-07T11:42:25Z</dcterms:modified>
</cp:coreProperties>
</file>